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203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70da6da6.svg2.png"/>
  <Relationship Id="rId3" Type="http://schemas.openxmlformats.org/officeDocument/2006/relationships/image" Target="../media/ppt_169c2370db2d28.svg3.png"/>
  <Relationship Id="rId4" Type="http://schemas.openxmlformats.org/officeDocument/2006/relationships/image" Target="../media/ppt_169c2370dbfcaf.svg4.png"/>
  <Relationship Id="rId5" Type="http://schemas.openxmlformats.org/officeDocument/2006/relationships/image" Target="../media/ppt_169c2370dcb769.svg5.png"/>
  <Relationship Id="rId6" Type="http://schemas.openxmlformats.org/officeDocument/2006/relationships/image" Target="../media/ppt_169c2370de5e086.jpg"/>
  <Relationship Id="rId7" Type="http://schemas.openxmlformats.org/officeDocument/2006/relationships/image" Target="../media/ppt_169c2370e0b45f7.jpg"/>
  <Relationship Id="rId8" Type="http://schemas.openxmlformats.org/officeDocument/2006/relationships/image" Target="../media/ppt_169c2370e264ff8.jpg"/>
  <Relationship Id="rId9" Type="http://schemas.openxmlformats.org/officeDocument/2006/relationships/image" Target="../media/ppt_169c2370e37a299.jpg"/>
  <Relationship Id="rId10" Type="http://schemas.openxmlformats.org/officeDocument/2006/relationships/image" Target="../media/ppt_169c2370e4e1d510.jpg"/>
  <Relationship Id="rId11" Type="http://schemas.openxmlformats.org/officeDocument/2006/relationships/image" Target="../media/ppt_169c2370e616df11.jpg"/>
  <Relationship Id="rId12" Type="http://schemas.openxmlformats.org/officeDocument/2006/relationships/image" Target="../media/ppt_169c2370e74b8612.jpg"/>
  <Relationship Id="rId13" Type="http://schemas.openxmlformats.org/officeDocument/2006/relationships/image" Target="../media/ppt_169c2370e87ba713.jpg"/>
  <Relationship Id="rId14" Type="http://schemas.openxmlformats.org/officeDocument/2006/relationships/image" Target="../media/ppt_169c2370e9f2f614.jpg"/>
  <Relationship Id="rId15" Type="http://schemas.openxmlformats.org/officeDocument/2006/relationships/image" Target="../media/ppt_169c2370eb281015.jpg"/>
  <Relationship Id="rId16" Type="http://schemas.openxmlformats.org/officeDocument/2006/relationships/image" Target="../media/ppt_169c2370ec86aa16.jpg"/>
  <Relationship Id="rId17" Type="http://schemas.openxmlformats.org/officeDocument/2006/relationships/image" Target="../media/ppt_169c2370eddc0017.jpg"/>
  <Relationship Id="rId18" Type="http://schemas.openxmlformats.org/officeDocument/2006/relationships/image" Target="../media/ppt_169c2370ef153618.jpg"/>
  <Relationship Id="rId19" Type="http://schemas.openxmlformats.org/officeDocument/2006/relationships/image" Target="../media/ppt_169c2370f06ff219.jpg"/>
  <Relationship Id="rId20" Type="http://schemas.openxmlformats.org/officeDocument/2006/relationships/image" Target="../media/ppt_169c2370f0d74720.jpg"/>
  <Relationship Id="rId21" Type="http://schemas.openxmlformats.org/officeDocument/2006/relationships/image" Target="../media/ppt_169c2370f2325a21.jpg"/>
  <Relationship Id="rId22" Type="http://schemas.openxmlformats.org/officeDocument/2006/relationships/hyperlink" Target="https://www.oliverinc.co.jp/products/detail?id=SCNH802ACLOBE" TargetMode="External"/>
  <Relationship Id="rId23" Type="http://schemas.openxmlformats.org/officeDocument/2006/relationships/hyperlink" Target="https://www.oliverinc.co.jp/products/detail?id=SCNH802ACLOBE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4714875" y="190500"/>
          <a:ext cx="8858250" cy="6477000"/>
          <a:chOff x="-4714875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2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N-H802]]></a:t>
            </a:r>
          </a:p>
        </p:txBody>
      </p:sp>
      <p:pic>
        <p:nvPicPr>
          <p:cNvPr id="3" name="Mark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275" y="238125"/>
            <a:ext cx="180975" cy="171450"/>
          </a:xfrm>
          <a:prstGeom prst="rect">
            <a:avLst/>
          </a:prstGeom>
          <a:noFill/>
        </p:spPr>
      </p:pic>
      <p:pic>
        <p:nvPicPr>
          <p:cNvPr id="6" name="Mark 4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238125"/>
            <a:ext cx="171450" cy="171450"/>
          </a:xfrm>
          <a:prstGeom prst="rect">
            <a:avLst/>
          </a:prstGeom>
          <a:noFill/>
        </p:spPr>
      </p:pic>
      <p:pic>
        <p:nvPicPr>
          <p:cNvPr id="7" name="Product Image 1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8" name="Product Image 2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8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9" name="Product Image 3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4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5125" y="1333500"/>
            <a:ext cx="2095500" cy="2095500"/>
          </a:xfrm>
          <a:prstGeom prst="rect">
            <a:avLst/>
          </a:prstGeom>
          <a:noFill/>
        </p:spPr>
      </p:pic>
      <p:pic>
        <p:nvPicPr>
          <p:cNvPr id="11" name="Product Image 5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428750" y="238125"/>
            <a:ext cx="1047750" cy="1047750"/>
          </a:xfrm>
          <a:prstGeom prst="rect">
            <a:avLst/>
          </a:prstGeom>
          <a:noFill/>
        </p:spPr>
      </p:pic>
      <p:pic>
        <p:nvPicPr>
          <p:cNvPr id="12" name="Product Image 6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524125" y="238125"/>
            <a:ext cx="1047750" cy="1047750"/>
          </a:xfrm>
          <a:prstGeom prst="rect">
            <a:avLst/>
          </a:prstGeom>
          <a:noFill/>
        </p:spPr>
      </p:pic>
      <p:pic>
        <p:nvPicPr>
          <p:cNvPr id="13" name="Product Image 7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619500" y="238125"/>
            <a:ext cx="1047750" cy="561975"/>
          </a:xfrm>
          <a:prstGeom prst="rect">
            <a:avLst/>
          </a:prstGeom>
          <a:noFill/>
        </p:spPr>
      </p:pic>
      <p:pic>
        <p:nvPicPr>
          <p:cNvPr id="14" name="Product Image 8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4714875" y="238125"/>
            <a:ext cx="1047750" cy="704850"/>
          </a:xfrm>
          <a:prstGeom prst="rect">
            <a:avLst/>
          </a:prstGeom>
          <a:noFill/>
        </p:spPr>
      </p:pic>
      <p:pic>
        <p:nvPicPr>
          <p:cNvPr id="15" name="Product Image 9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428750" y="1571625"/>
            <a:ext cx="1047750" cy="704850"/>
          </a:xfrm>
          <a:prstGeom prst="rect">
            <a:avLst/>
          </a:prstGeom>
          <a:noFill/>
        </p:spPr>
      </p:pic>
      <p:pic>
        <p:nvPicPr>
          <p:cNvPr id="16" name="Product Image 10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524125" y="1571625"/>
            <a:ext cx="1047750" cy="704850"/>
          </a:xfrm>
          <a:prstGeom prst="rect">
            <a:avLst/>
          </a:prstGeom>
          <a:noFill/>
        </p:spPr>
      </p:pic>
      <p:pic>
        <p:nvPicPr>
          <p:cNvPr id="17" name="Product Image 11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3619500" y="1571625"/>
            <a:ext cx="1047750" cy="704850"/>
          </a:xfrm>
          <a:prstGeom prst="rect">
            <a:avLst/>
          </a:prstGeom>
          <a:noFill/>
        </p:spPr>
      </p:pic>
      <p:pic>
        <p:nvPicPr>
          <p:cNvPr id="18" name="Product Image 12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4714875" y="1571625"/>
            <a:ext cx="1047750" cy="762000"/>
          </a:xfrm>
          <a:prstGeom prst="rect">
            <a:avLst/>
          </a:prstGeom>
          <a:noFill/>
        </p:spPr>
      </p:pic>
      <p:pic>
        <p:nvPicPr>
          <p:cNvPr id="19" name="Product Image 13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428750" y="2905125"/>
            <a:ext cx="1047750" cy="695325"/>
          </a:xfrm>
          <a:prstGeom prst="rect">
            <a:avLst/>
          </a:prstGeom>
          <a:noFill/>
        </p:spPr>
      </p:pic>
      <p:sp>
        <p:nvSpPr>
          <p:cNvPr id="20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ミーティングチェア（ロータイプ・BE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3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CN-H802・AC・LO・BE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BE・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575・D565・H840~940・SH425~52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11.4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フレーム：ナイロン
座：モールドウレタン
脚：φ60ウレタンキャスター]]></a:t>
            </a:r>
          </a:p>
        </p:txBody>
      </p:sp>
      <p:pic>
        <p:nvPicPr>
          <p:cNvPr id="21" name="Color Chip 1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6725" y="4686300"/>
            <a:ext cx="133350" cy="133350"/>
          </a:xfrm>
          <a:prstGeom prst="rect">
            <a:avLst/>
          </a:prstGeom>
          <a:noFill/>
        </p:spPr>
      </p:pic>
      <p:pic>
        <p:nvPicPr>
          <p:cNvPr id="22" name="Color Chip 2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9125" y="4686300"/>
            <a:ext cx="133350" cy="133350"/>
          </a:xfrm>
          <a:prstGeom prst="rect">
            <a:avLst/>
          </a:prstGeom>
          <a:noFill/>
        </p:spPr>
      </p:pic>
      <p:sp>
        <p:nvSpPr>
          <p:cNvPr id="23" name=""/>
          <p:cNvSpPr txBox="1"/>
          <p:nvPr/>
        </p:nvSpPr>
        <p:spPr>
          <a:xfrm>
            <a:off x="4191000" y="3810000"/>
            <a:ext cx="952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6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Point]]></a:t>
            </a:r>
          </a:p>
        </p:txBody>
      </p:sp>
      <p:cxnSp>
        <p:nvCxnSpPr>
          <p:cNvPr id="24" name=""/>
          <p:cNvCxnSpPr/>
          <p:nvPr/>
        </p:nvCxnSpPr>
        <p:spPr>
          <a:xfrm>
            <a:off x="4191000" y="4095750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articular Point Image 1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1000" y="4191000"/>
            <a:ext cx="1514475" cy="1009650"/>
          </a:xfrm>
          <a:prstGeom prst="rect">
            <a:avLst/>
          </a:prstGeom>
          <a:noFill/>
        </p:spPr>
      </p:pic>
      <p:sp>
        <p:nvSpPr>
          <p:cNvPr id="26" name=""/>
          <p:cNvSpPr txBox="1"/>
          <p:nvPr/>
        </p:nvSpPr>
        <p:spPr>
          <a:xfrm>
            <a:off x="4191000" y="5295900"/>
            <a:ext cx="1524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目を引く背もたれのデザインが軽やかさを演出します。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4">
  <a:themeElements>
    <a:clrScheme name="Theme9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2026-03-24T07:02:37Z</dcterms:created>
  <dcterms:modified xsi:type="dcterms:W3CDTF">2026-03-24T07:02:37Z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