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8ACC5-CD99-0169-9B12-87C418A39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8B104C5-256C-8D7F-941E-92B37CB02E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82466D-BB9E-D018-2609-CE463D32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557229-1FCB-9AF1-72A7-8F8CDCC6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70599-7E5D-DA34-1AF8-2C766F5C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EC94E-5628-C337-01EA-945F5C77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DC9A53-C60A-A1C7-D602-9D45EE767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81868E-4A32-3A8F-F232-77DFCAC4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D1F2BD-5DC2-F256-9362-1C9A96C9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3CBF3F-3ADB-8844-39C9-2C48F01B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5401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6D76CE-DBD3-D84C-FA7D-B8540C62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EB2CC5-CE75-6D38-7A41-E2F902E1D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9E692B-B8B7-59DD-CD49-3AF76FB37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A2982F-ED70-4EE2-EE89-27382BA9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398C29-848E-965E-D89C-93E570FA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7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CE4C00-1AB2-5A4D-1022-FEB69FA3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9EF650-E28B-D43E-5EC4-641340CFB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086A542-8665-525C-9163-479498850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A46558A-4AB8-D6EF-12F4-566C6E1C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5C63C1-A893-AC37-8B38-FD83C180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49C105-4078-4CEF-3FF3-479A343A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55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90B68-1E48-92A5-DC9F-30CAEB83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9B8220-D08B-3518-EF64-19FC9E202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713850-28BF-4F83-BCF0-CF40EEEE6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B58F9C-FC7B-0875-49D6-B2CC2D1C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BFE631B-6421-5CC1-37C0-EBEE1D7E6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D04C357-919F-A686-101B-94375989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7690A2E-4F8A-DE51-2B3C-9581B8EA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9CDB612-86A9-59A8-14D8-EFA22493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89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E95410-77C3-5614-EC91-5865D40C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B5C95E0-E032-33CD-3010-B7112D78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819000-C0EF-E8A5-972C-2935CC77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BB9BD81-14C0-5C4B-6DB8-7AC3F78B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205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466F1E-D815-7048-9EC0-941FD818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E5FB9DA-54E2-FA22-3CAE-E5BE5DEA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B27886-992D-8643-8B64-B32F6EDC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899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0706B5-D06D-BA98-0E9E-BC2B6D9E4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705DFE-763B-8E7D-88DD-A743837A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8BB232-DD86-613A-29F5-0498A6658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521244-10BF-1AB0-6293-0392C309B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4745D9-F7D5-A88C-1525-A5687470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74907C-B6CA-5C06-98B2-CAA71D43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575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97B62B-F659-C4FE-F958-A0F78CC8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F9DD74-5C72-F07B-33AD-06D58C3921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090756-7B61-6639-021C-6A05C01FB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1BBE0A-2D7B-6783-ADD0-5D34723B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92C2AB-8D9B-4381-0DA1-E6C62578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0B877C-26AC-20E3-4B7E-D85232CB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8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316AB-96FD-53CD-F316-14B40FD7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026AE9-2192-79C3-18DF-4257547D8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E5D1D7-B625-2EE5-5075-221F266F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8BFDE8-572B-B745-4B8F-A150F6EB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F72B51-F290-A2D8-7F7E-008EA136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77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A697C3-6841-E13B-78CE-176135E45B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3701BD-C953-4655-04EB-70E54679E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DAAF1F-1714-A7DA-FD6E-1F94591E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A0A34C-3290-7435-C3F4-C4C657CF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01FA5D-0ACD-57CD-6050-1CF16C43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19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20138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46E8E6D-E69F-4AF0-36EC-DDBE8DFE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F5CC3F-263A-D909-207E-73D4B3D79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8C25D7-1960-5CED-2240-D5EA24212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9E487-37CA-4BDF-B8B2-DAF9E795031B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12E90-B6DF-1648-7F21-C99F67B27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66CA32-85C7-81A0-8F8B-F3D6014A5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128676-495A-4311-8A9D-739AF472BAA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84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34461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922884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324326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5575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3911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Yu Gothic</vt:lpstr>
      <vt:lpstr>Yu Gothic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2026-03-23T02:39:00Z</dcterms:created>
  <dcterms:modified xsi:type="dcterms:W3CDTF">2026-03-23T02:39:00Z</dcterms:modified>
</cp:coreProperties>
</file>