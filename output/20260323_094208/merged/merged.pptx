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7F6650-7254-AC08-D03F-36CB1033F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97E26D-0545-25E6-2EE9-0DEF64665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0522C4-71A7-8BEB-DB85-471C989C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FF068E-46E1-98AE-7742-015AF86F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2AB4D6-354B-689C-F5A0-33DB95E5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713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4AACA7-02DC-1141-2E6A-FE1CDBCB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914F45-D26E-EB85-324B-1E3EC5E8B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30F9FD-D68E-3475-505A-F43B8F07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30AD51-21B1-ADBF-6F3A-8397937AF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D4CDC8-119A-941C-0218-9678DD21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73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6226A-754F-1003-CAC0-8F3CE608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397AC6-36CB-79B6-C736-BF451104D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A0BED3-BCD4-25F5-D696-BB91BC73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B58222-8487-45ED-2197-6E794661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29642E-352A-D15F-A006-4751EEC7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49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E9243E-0F34-C47F-37E4-A9100C46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FD0CE2-F779-F767-CA64-033AB3DAB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C4097E-7D30-BB9C-1391-6E02CE436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BB0F32-1539-9F9B-EC73-ABE567F0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C9AF06-65A7-BE23-AE92-1A486980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94EFCD-054B-F1BC-2C31-AB3AF469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172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25499E-DE30-9D4C-CDFB-4ADDF7EE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2F3CAA-F302-8DD0-B3E9-B6FBB0D6F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7A613C-C7C0-E133-7584-2CAE853CB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0C5444-68C1-6E58-1E93-A56ECCA9B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1FAA7E0-6AE5-71E0-A3CA-C04E3C660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89009B1-A69B-2470-8CD9-79EE9156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33234C2-D5AE-DFC9-C4DC-2FC34DB1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7211E67-06A4-216B-0F0E-0B505613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66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3007D8-9C1A-9B0F-4448-51731958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05F14C-ADE8-0847-B754-EC774FB2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9C604A-6263-7620-74FB-E6833ABB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A26055-B54E-C7BE-B427-968BD70B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457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BC3960D-0B93-1143-9533-68E86E75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6EB630-43A3-6504-0374-EF77AC7D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102CEE-0B58-BEF1-5890-FE17CCC2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74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B44CA8-ED0F-CC0E-8044-09C9C86F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D4AE2D-4068-748D-CDA8-D261C8CBC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077E99-D899-B63E-AE6E-37DBC41AD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109681-F824-2FCC-201C-E237C91A8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39F853-BA9B-FD5F-B03C-A8F3DFCC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1116AB-A20C-7D06-5F42-B651A47C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17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2603B7-098A-9515-9882-5484A1D62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FC0ADD2-6388-A02F-8591-2D44DE705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56424D-FFF9-3221-73B7-AF27EC3E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134FFE-9062-15C4-0AFD-5256631DD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C00A5E-74A0-D5D6-A2B7-2554B4C9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3760C3-CC89-912F-3189-5CC39585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93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1497B4-6B18-ADBD-A046-09366A5D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D7CBDA-8200-74D5-116D-DE95884D9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2F475E-7357-682E-5988-752AA036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2DAA58-1B69-DA2D-184E-5BE325FE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6DC187-4182-B07F-0B10-34CD55BE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0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C971DF2-4F16-2B7F-3A7A-724438BF0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1265C8-9FDE-3982-C9B1-114B7D141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6E95AF-5296-3095-18B1-4AE71BB8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EA3F4F-6872-F87A-4AF2-9CFD6F6B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A1AAFA-02AB-4301-282F-6A8D58E0A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725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19875"/>
            <a:ext cx="762000" cy="190500"/>
          </a:xfrm>
          <a:prstGeom prst="rect">
            <a:avLst/>
          </a:prstGeom>
          <a:noFill/>
        </p:spPr>
      </p:pic>
      <p:sp>
        <p:nvSpPr>
          <p:cNvPr id="3" name="テキスト ボックス 2"/>
          <p:cNvSpPr txBox="1"/>
          <p:nvPr/>
        </p:nvSpPr>
        <p:spPr>
          <a:xfrm>
            <a:off x="1206501" y="6677025"/>
            <a:ext cx="723900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FFFFFF">
                    <a:alpha val="100000"/>
                  </a:srgbClr>
                </a:solidFill>
                <a:latin typeface="Yu Gothic"/>
              </a:rPr>
              <a:t>関係者外秘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30400" y="6677025"/>
            <a:ext cx="8128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Confidential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43200" y="6677025"/>
            <a:ext cx="3175000" cy="114300"/>
          </a:xfrm>
          <a:prstGeom prst="rect">
            <a:avLst/>
          </a:prstGeom>
          <a:noFill/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© OLIVER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258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B9665B6-E268-0240-63D3-077BBAE5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88F8FB-41BA-3412-877E-578A89FBE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9A60F3-1EEB-7DE6-D5D8-E510B4092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0514F-EAB8-4086-81E4-B8CB201FA3EA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ED8769-C61F-FA8A-7C8A-7D1991160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8A9CA6-7FE6-EB24-4C07-D4B21FBA1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151E5-A776-4FCD-8F35-024B54674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140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hyperlink" Target="https://www.oliverinc.co.jp/products/detail?id=SCUA160ACBOKCBK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hyperlink" Target="https://www.oliverinc.co.jp/products/detail?id=SCW106ANBACG" TargetMode="External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jp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pn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liverinc.co.jp/products/detail?id=SOG960A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10" Type="http://schemas.openxmlformats.org/officeDocument/2006/relationships/image" Target="../media/image37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39.png"/><Relationship Id="rId3" Type="http://schemas.openxmlformats.org/officeDocument/2006/relationships/image" Target="../media/image30.jpg"/><Relationship Id="rId7" Type="http://schemas.openxmlformats.org/officeDocument/2006/relationships/image" Target="../media/image36.jpg"/><Relationship Id="rId12" Type="http://schemas.openxmlformats.org/officeDocument/2006/relationships/image" Target="../media/image2.pn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g"/><Relationship Id="rId11" Type="http://schemas.openxmlformats.org/officeDocument/2006/relationships/image" Target="../media/image11.png"/><Relationship Id="rId5" Type="http://schemas.openxmlformats.org/officeDocument/2006/relationships/image" Target="../media/image34.jpg"/><Relationship Id="rId10" Type="http://schemas.openxmlformats.org/officeDocument/2006/relationships/image" Target="../media/image38.png"/><Relationship Id="rId4" Type="http://schemas.openxmlformats.org/officeDocument/2006/relationships/image" Target="../media/image33.jp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Product 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6" y="1333500"/>
            <a:ext cx="2085975" cy="1409700"/>
          </a:xfrm>
          <a:prstGeom prst="rect">
            <a:avLst/>
          </a:prstGeom>
          <a:noFill/>
        </p:spPr>
      </p:pic>
      <p:pic>
        <p:nvPicPr>
          <p:cNvPr id="6" name="Product 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333501"/>
            <a:ext cx="2095500" cy="1571625"/>
          </a:xfrm>
          <a:prstGeom prst="rect">
            <a:avLst/>
          </a:prstGeom>
          <a:noFill/>
        </p:spPr>
      </p:pic>
      <p:pic>
        <p:nvPicPr>
          <p:cNvPr id="7" name="Product 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1333501"/>
            <a:ext cx="2095500" cy="1571625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アウトドアチェア（ラウンジ・屋外用・BK）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S・CU-A160・AC・B・OKC・BK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カラーバリエーション：BE・GP・BK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サイズ(mm)：W610・D650・H825・SH430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素材：主材：PPロープ・φ22アルミパイプ・粉体塗装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※座クッションは屋内用・屋外用で仕様が異なります。
※屋内用クッションは、耐水性がありませんので、ご使用時以外は屋内に保管ください。屋外でご使用の場合は、屋外用クッションをご注文ください。</a:t>
            </a:r>
          </a:p>
        </p:txBody>
      </p:sp>
      <p:pic>
        <p:nvPicPr>
          <p:cNvPr id="9" name="Color Chip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1" name="テキスト ボックス 10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articular Point 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5715000" y="5295900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ハンモックのような快適な座り心地。</a:t>
            </a:r>
          </a:p>
        </p:txBody>
      </p:sp>
    </p:spTree>
    <p:extLst>
      <p:ext uri="{BB962C8B-B14F-4D97-AF65-F5344CB8AC3E}">
        <p14:creationId xmlns:p14="http://schemas.microsoft.com/office/powerpoint/2010/main" val="2137283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428750" y="190500"/>
          <a:ext cx="12477750" cy="6477000"/>
          <a:chOff x="-1428750" y="190500"/>
          <a:chExt cx="124777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1" y="238125"/>
            <a:ext cx="161925" cy="171450"/>
          </a:xfrm>
          <a:prstGeom prst="rect">
            <a:avLst/>
          </a:prstGeom>
          <a:noFill/>
        </p:spPr>
      </p:pic>
      <p:pic>
        <p:nvPicPr>
          <p:cNvPr id="6" name="Mark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776" y="238125"/>
            <a:ext cx="180975" cy="171450"/>
          </a:xfrm>
          <a:prstGeom prst="rect">
            <a:avLst/>
          </a:prstGeom>
          <a:noFill/>
        </p:spPr>
      </p:pic>
      <p:pic>
        <p:nvPicPr>
          <p:cNvPr id="7" name="Mar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9276" y="238125"/>
            <a:ext cx="180975" cy="171450"/>
          </a:xfrm>
          <a:prstGeom prst="rect">
            <a:avLst/>
          </a:prstGeom>
          <a:noFill/>
        </p:spPr>
      </p:pic>
      <p:pic>
        <p:nvPicPr>
          <p:cNvPr id="8" name="Mar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775" y="238125"/>
            <a:ext cx="171450" cy="171450"/>
          </a:xfrm>
          <a:prstGeom prst="rect">
            <a:avLst/>
          </a:prstGeom>
          <a:noFill/>
        </p:spPr>
      </p:pic>
      <p:pic>
        <p:nvPicPr>
          <p:cNvPr id="9" name="Product Imag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2876" y="1333501"/>
            <a:ext cx="2085975" cy="1609725"/>
          </a:xfrm>
          <a:prstGeom prst="rect">
            <a:avLst/>
          </a:prstGeom>
          <a:noFill/>
        </p:spPr>
      </p:pic>
      <p:pic>
        <p:nvPicPr>
          <p:cNvPr id="11" name="Product Imag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1" y="1333501"/>
            <a:ext cx="2085975" cy="1609725"/>
          </a:xfrm>
          <a:prstGeom prst="rect">
            <a:avLst/>
          </a:prstGeom>
          <a:noFill/>
        </p:spPr>
      </p:pic>
      <p:pic>
        <p:nvPicPr>
          <p:cNvPr id="12" name="Product Imag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126" y="1333500"/>
            <a:ext cx="1495425" cy="2095500"/>
          </a:xfrm>
          <a:prstGeom prst="rect">
            <a:avLst/>
          </a:prstGeom>
          <a:noFill/>
        </p:spPr>
      </p:pic>
      <p:pic>
        <p:nvPicPr>
          <p:cNvPr id="13" name="Product Imag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428750" y="238125"/>
            <a:ext cx="1038225" cy="80010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高齢者施設向けチェア（全肘・グリップ付・NB）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S・CW-106A・NB・AC・G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カラーバリエーション：MB・NB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サイズ(mm)：W550・D600・H790・SH445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質量：9.4kg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素材：フレーム：ラバーウッド成型合板・ウレタン塗装</a:t>
            </a:r>
          </a:p>
        </p:txBody>
      </p:sp>
      <p:pic>
        <p:nvPicPr>
          <p:cNvPr id="15" name="Color Chip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6" name="Color Chip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8" name="直線コネクタ 17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articular Point Imag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20" name="テキスト ボックス 19"/>
          <p:cNvSpPr txBox="1"/>
          <p:nvPr/>
        </p:nvSpPr>
        <p:spPr>
          <a:xfrm>
            <a:off x="571500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椅子の移動の際に便利な取手が付いています。※人が座った状態での移動はお控えください。</a:t>
            </a:r>
          </a:p>
        </p:txBody>
      </p:sp>
      <p:pic>
        <p:nvPicPr>
          <p:cNvPr id="21" name="Particular Point Image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6626" y="4191000"/>
            <a:ext cx="1514475" cy="1009650"/>
          </a:xfrm>
          <a:prstGeom prst="rect">
            <a:avLst/>
          </a:prstGeom>
          <a:noFill/>
        </p:spPr>
      </p:pic>
      <p:sp>
        <p:nvSpPr>
          <p:cNvPr id="22" name="テキスト ボックス 21"/>
          <p:cNvSpPr txBox="1"/>
          <p:nvPr/>
        </p:nvSpPr>
        <p:spPr>
          <a:xfrm>
            <a:off x="7286625" y="5295901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肘の下面は丸く面取りを施し、握りやすくしました。</a:t>
            </a:r>
          </a:p>
        </p:txBody>
      </p:sp>
      <p:pic>
        <p:nvPicPr>
          <p:cNvPr id="23" name="Particular Point Imag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1" y="4191000"/>
            <a:ext cx="1514475" cy="1009650"/>
          </a:xfrm>
          <a:prstGeom prst="rect">
            <a:avLst/>
          </a:prstGeom>
          <a:noFill/>
        </p:spPr>
      </p:pic>
      <p:sp>
        <p:nvSpPr>
          <p:cNvPr id="24" name="テキスト ボックス 23"/>
          <p:cNvSpPr txBox="1"/>
          <p:nvPr/>
        </p:nvSpPr>
        <p:spPr>
          <a:xfrm>
            <a:off x="885825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背と肘の下に開口部を設けたゴミが溜まりにくい設計で、メンテナンスも容易です。</a:t>
            </a:r>
          </a:p>
        </p:txBody>
      </p:sp>
      <p:pic>
        <p:nvPicPr>
          <p:cNvPr id="25" name="Particular Point Image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82500" y="238125"/>
            <a:ext cx="1514475" cy="1009650"/>
          </a:xfrm>
          <a:prstGeom prst="rect">
            <a:avLst/>
          </a:prstGeom>
          <a:noFill/>
        </p:spPr>
      </p:pic>
      <p:sp>
        <p:nvSpPr>
          <p:cNvPr id="26" name="テキスト ボックス 25"/>
          <p:cNvSpPr txBox="1"/>
          <p:nvPr/>
        </p:nvSpPr>
        <p:spPr>
          <a:xfrm>
            <a:off x="12382500" y="1343026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お使いになる方の体型に合わせ、背の高さを選べます。</a:t>
            </a:r>
          </a:p>
        </p:txBody>
      </p:sp>
      <p:pic>
        <p:nvPicPr>
          <p:cNvPr id="27" name="Particular Point Image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001750" y="238125"/>
            <a:ext cx="1514475" cy="1009650"/>
          </a:xfrm>
          <a:prstGeom prst="rect">
            <a:avLst/>
          </a:prstGeom>
          <a:noFill/>
        </p:spPr>
      </p:pic>
      <p:sp>
        <p:nvSpPr>
          <p:cNvPr id="28" name="テキスト ボックス 27"/>
          <p:cNvSpPr txBox="1"/>
          <p:nvPr/>
        </p:nvSpPr>
        <p:spPr>
          <a:xfrm>
            <a:off x="14001750" y="1343025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4脚までスタッキングできます。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2835006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sp>
        <p:nvSpPr>
          <p:cNvPr id="7" name="テキスト ボックス 6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パンフレットスタンド（2列4段）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S・OG-960・A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サイズ(mm)：W510・D460・H1335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質量：10.7kg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素材：主材：スチールパイプ・粉体塗装</a:t>
            </a:r>
          </a:p>
        </p:txBody>
      </p:sp>
    </p:spTree>
    <p:extLst>
      <p:ext uri="{BB962C8B-B14F-4D97-AF65-F5344CB8AC3E}">
        <p14:creationId xmlns:p14="http://schemas.microsoft.com/office/powerpoint/2010/main" val="59943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6657975" cy="6477000"/>
          <a:chOff x="285750" y="190500"/>
          <a:chExt cx="6657975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pic>
        <p:nvPicPr>
          <p:cNvPr id="3" name="Product 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4" name="Product 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333500"/>
            <a:ext cx="2085975" cy="13906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突板（W3600・D1400・OM）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S・TW-H820・C・OM/S・LW-H820・C・OM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サイズ(mm)：W3600・D1400・H720</a:t>
            </a:r>
          </a:p>
        </p:txBody>
      </p:sp>
      <p:pic>
        <p:nvPicPr>
          <p:cNvPr id="7" name="Color Chip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457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1" y="4686301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8426" y="4686301"/>
            <a:ext cx="142875" cy="142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567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161925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b="1">
                <a:solidFill>
                  <a:srgbClr val="0C0C0C">
                    <a:alpha val="100000"/>
                  </a:srgbClr>
                </a:solidFill>
                <a:latin typeface="Yu Gothic"/>
              </a:rPr>
              <a:t>詳細スペック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429000" y="209551"/>
            <a:ext cx="3810000" cy="307777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4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809750" y="523875"/>
            <a:ext cx="66675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800" b="1">
                <a:solidFill>
                  <a:srgbClr val="B12704">
                    <a:alpha val="100000"/>
                  </a:srgbClr>
                </a:solidFill>
                <a:latin typeface="Yu Gothic"/>
              </a:rPr>
              <a:t>※必ず以下のセットでご注文ください</a:t>
            </a:r>
          </a:p>
        </p:txBody>
      </p:sp>
      <p:pic>
        <p:nvPicPr>
          <p:cNvPr id="5" name="Product 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天板 突板（W3600・D1400・OM）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S・TW-H820・C・OM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サイズ(mm)：W3600・D1400・t30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質量：108kg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素材：天板：天然木突板・ウレタン塗装
木口：天然木突板・ウレタン塗装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※脚(S･LW-H820)と組み合わせてご使用ください。</a:t>
            </a:r>
          </a:p>
        </p:txBody>
      </p:sp>
      <p:pic>
        <p:nvPicPr>
          <p:cNvPr id="7" name="Color Chi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1" y="1781176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6" y="1781176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1" y="1781176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826" y="1781176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1" y="1781176"/>
            <a:ext cx="142875" cy="142875"/>
          </a:xfrm>
          <a:prstGeom prst="rect">
            <a:avLst/>
          </a:prstGeom>
          <a:noFill/>
        </p:spPr>
      </p:pic>
      <p:pic>
        <p:nvPicPr>
          <p:cNvPr id="12" name="Mar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3209925"/>
            <a:ext cx="171450" cy="171450"/>
          </a:xfrm>
          <a:prstGeom prst="rect">
            <a:avLst/>
          </a:prstGeom>
          <a:noFill/>
        </p:spPr>
      </p:pic>
      <p:pic>
        <p:nvPicPr>
          <p:cNvPr id="13" name="Mark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0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3209925"/>
            <a:ext cx="171450" cy="171450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4714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脚（W3600・D1400・OM）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S・LW-H820・C・OM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素材：脚：オーク材・ウレタン塗装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※天板（S･TW-H820）と組み合わせてご使用ください。</a:t>
            </a:r>
          </a:p>
        </p:txBody>
      </p:sp>
      <p:pic>
        <p:nvPicPr>
          <p:cNvPr id="18" name="Color Chip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6" y="1781176"/>
            <a:ext cx="142875" cy="142875"/>
          </a:xfrm>
          <a:prstGeom prst="rect">
            <a:avLst/>
          </a:prstGeom>
          <a:noFill/>
        </p:spPr>
      </p:pic>
      <p:pic>
        <p:nvPicPr>
          <p:cNvPr id="19" name="Color Chi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1" y="1781176"/>
            <a:ext cx="142875" cy="142875"/>
          </a:xfrm>
          <a:prstGeom prst="rect">
            <a:avLst/>
          </a:prstGeom>
          <a:noFill/>
        </p:spPr>
      </p:pic>
      <p:pic>
        <p:nvPicPr>
          <p:cNvPr id="20" name="Color Chip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026" y="1781176"/>
            <a:ext cx="142875" cy="142875"/>
          </a:xfrm>
          <a:prstGeom prst="rect">
            <a:avLst/>
          </a:prstGeom>
          <a:noFill/>
        </p:spPr>
      </p:pic>
      <p:pic>
        <p:nvPicPr>
          <p:cNvPr id="21" name="Color Chip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951" y="1781176"/>
            <a:ext cx="142875" cy="142875"/>
          </a:xfrm>
          <a:prstGeom prst="rect">
            <a:avLst/>
          </a:prstGeom>
          <a:noFill/>
        </p:spPr>
      </p:pic>
      <p:pic>
        <p:nvPicPr>
          <p:cNvPr id="22" name="Color Chip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76" y="1781176"/>
            <a:ext cx="142875" cy="142875"/>
          </a:xfrm>
          <a:prstGeom prst="rect">
            <a:avLst/>
          </a:prstGeom>
          <a:noFill/>
        </p:spPr>
      </p:pic>
      <p:pic>
        <p:nvPicPr>
          <p:cNvPr id="23" name="Mark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0125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209925"/>
            <a:ext cx="171450" cy="171450"/>
          </a:xfrm>
          <a:prstGeom prst="rect">
            <a:avLst/>
          </a:prstGeom>
          <a:noFill/>
        </p:spPr>
      </p:pic>
      <p:pic>
        <p:nvPicPr>
          <p:cNvPr id="25" name="Mark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1125" y="3209925"/>
            <a:ext cx="171450" cy="171450"/>
          </a:xfrm>
          <a:prstGeom prst="rect">
            <a:avLst/>
          </a:prstGeom>
          <a:noFill/>
        </p:spPr>
      </p:pic>
      <p:pic>
        <p:nvPicPr>
          <p:cNvPr id="26" name="Mark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1625" y="3209925"/>
            <a:ext cx="171450" cy="171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879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ワイド画面</PresentationFormat>
  <Paragraphs>55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</vt:lpstr>
      <vt:lpstr>游ゴシック Light</vt:lpstr>
      <vt:lpstr>Arial</vt:lpstr>
      <vt:lpstr>Century Gothic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2026-03-23T00:42:11Z</dcterms:created>
  <dcterms:modified xsi:type="dcterms:W3CDTF">2026-03-23T00:42:11Z</dcterms:modified>
</cp:coreProperties>
</file>