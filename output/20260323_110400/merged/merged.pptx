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DA5FE7-9AC3-4362-716C-58B159FE9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4995164-B53A-EEB0-0E03-FEBE75E46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312C9A-577D-D83B-A073-6BB8E450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E46C9-B472-81F2-DA34-9040AB02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230472-DA85-C385-FF7F-E736C415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833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C40705-1DEF-8E4B-4510-D4BE7EC87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10FAD6-B983-1961-46CC-E18F33C7A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728E80-D0C3-4FA8-8E52-F31B29DB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F4DE54-E460-9E28-2D0B-0EF8CE351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12A6D7-0016-88E9-0977-0A85069A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4485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A4E5A7-1CE0-515B-DA9D-44786EF4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C7F01C-1EE4-0268-31EB-67AA4217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6A051F-E0C9-34E6-2C8E-8FC433DE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CDE013-D21B-1310-982A-EAF82960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54BC84-2159-F337-8670-C001758A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759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219973-C003-FB4C-DE13-61E04DCC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BFD4BD-0D37-9A01-0BAD-2AEA572CB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60228E9-E8AD-1A19-8B51-ED2696B8D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1D0282-561E-9F51-60E8-988CB5D5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31A53B-8D82-086D-31BE-9197F8C8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4F5E1D-71A2-05EE-7205-846C7E90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98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80D1C-15F2-32BB-D76D-E882B50A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98C45-260A-AB6D-B22D-3B55C480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64C63C-971B-6943-940B-D76D8A8AC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1D25C5-2D53-5AE4-7391-8F0853B9C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3B52D1D-5916-C854-99BF-8CBF1EC94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6C2128-63D4-3538-6F72-EFF445B6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0DE701-461A-DD22-5095-83FE5898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C33BE7-9751-1DDA-2203-737ACE61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7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806D5B-CEBE-496F-CA6A-AD9D29C1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4FCB52-1D3D-F442-8D2A-32E6D1D8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A0E0BC-2226-A4DC-C0C7-34617079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0AA0FE-2B7B-AB46-67B0-8B77569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15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20CA2E9-44C3-B6F0-7C61-30A56B58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A3256E-4A46-F480-0033-36D64747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B898B6-1955-FC7D-4B0D-32B20C35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04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E6E3D6-D30F-CBEE-468B-FB5FDED4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EC0FC7-B237-1229-25C8-7837941C1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4FCA98-1D36-BE59-150B-74B5E21A6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41440A-7BAE-7BE7-FDA3-3DC82F68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4FAB95-6368-25C9-40D6-D23C34FB4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33F103A-51EF-AA58-6AD8-6AFEDDE1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83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DB77DF-3F23-E26C-7E67-A78CD240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9A06FD-49C0-37DC-961B-E41492D2A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AEB124-365A-9E3F-66EB-58F5AF4A2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D9F9A9-9E58-DFFA-B0B2-5F5A69A7A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031BAD-4441-9E98-6ED3-5E990E20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C66399-2DC4-7252-8A31-BFBCD899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79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BED69B-82DF-08E4-516C-EF6FE289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C34E01-BA12-F2E5-36DD-8788707AA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81849-28B9-B26A-4B0A-EB529F2E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0D64AA-5593-5CC2-96F7-C10A8A4F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FD7EE8-0F30-983B-9266-3D272BA0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468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C7175C3-A103-26C3-F45F-F63450572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7605CB-CD09-EFB9-BCDF-9D7D032F1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EC2EF2-384A-BBBB-5853-B1B0C1F4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E4DF43-7AAE-F033-BC33-AD0A350F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E98163-9DBD-4D41-7699-03C7F809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8172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3214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AC927A-0B01-3272-7D79-62E29C88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EC79BA-E5BA-560F-19A6-473C74B53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6B9E7B-84B0-741C-DFEB-D880BAD94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90766-D99D-4825-8A1F-BD8EC4CDEFE5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C66466-88ED-7BA4-A304-EBD1CD19E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26B048-C850-3B9A-5698-313A562AB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17ED5-5C0A-415C-9123-8B28DD9EAB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23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183201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9950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112416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576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7967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2026-03-23T02:04:21Z</dcterms:created>
  <dcterms:modified xsi:type="dcterms:W3CDTF">2026-03-23T02:04:21Z</dcterms:modified>
</cp:coreProperties>
</file>