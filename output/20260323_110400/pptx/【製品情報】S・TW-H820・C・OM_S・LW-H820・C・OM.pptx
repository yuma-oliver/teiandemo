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presProps" Target="presProps.xml"/>
  <Relationship Id="rId6" Type="http://schemas.openxmlformats.org/officeDocument/2006/relationships/viewProps" Target="viewProps.xml"/>
  <Relationship Id="rId7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  <Relationship Id="rId2" Type="http://schemas.openxmlformats.org/officeDocument/2006/relationships/image" Target="../media/footer-logo1.png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285750" y="6619875"/>
          <a:ext cx="4438650" cy="6810375"/>
          <a:chOff x="285750" y="6619875"/>
          <a:chExt cx="4438650" cy="6810375"/>
        </a:xfrm>
      </p:grpSpPr>
      <p:pic>
        <p:nvPicPr>
          <p:cNvPr id="2" name="Footer Logo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6619875"/>
            <a:ext cx="571500" cy="19050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904875" y="6677025"/>
            <a:ext cx="542925" cy="114300"/>
          </a:xfrm>
          <a:prstGeom prst="rect">
            <a:avLst/>
          </a:prstGeom>
          <a:solidFill>
            <a:srgbClr val="7F7F7F">
              <a:alpha val="100000"/>
            </a:srgbClr>
          </a:solidFill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FFFFFF">
                    <a:alpha val="100000"/>
                  </a:srgbClr>
                </a:solidFill>
                <a:latin typeface="Yu Gothic"/>
              </a:rPr>
              <a:t><![CDATA[関係者外秘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447800" y="6677025"/>
            <a:ext cx="609600" cy="114300"/>
          </a:xfrm>
          <a:prstGeom prst="rect">
            <a:avLst/>
          </a:prstGeom>
          <a:noFill/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Confidential]]></a:t>
            </a:r>
          </a:p>
        </p:txBody>
      </p:sp>
      <p:sp>
        <p:nvSpPr>
          <p:cNvPr id="5" name=""/>
          <p:cNvSpPr txBox="1"/>
          <p:nvPr/>
        </p:nvSpPr>
        <p:spPr>
          <a:xfrm>
            <a:off x="2057400" y="6677025"/>
            <a:ext cx="2381250" cy="114300"/>
          </a:xfrm>
          <a:prstGeom prst="rect">
            <a:avLst/>
          </a:prstGeom>
          <a:noFill/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© OLIVER CORPORATION All rights reserved.]]>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ooter-logo1.png"/>
  <Relationship Id="rId3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oter Logo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6619875"/>
            <a:ext cx="571500" cy="19050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904875" y="6677025"/>
            <a:ext cx="542925" cy="114300"/>
          </a:xfrm>
          <a:prstGeom prst="rect">
            <a:avLst/>
          </a:prstGeom>
          <a:solidFill>
            <a:srgbClr val="7F7F7F">
              <a:alpha val="100000"/>
            </a:srgbClr>
          </a:solidFill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FFFFFF">
                    <a:alpha val="100000"/>
                  </a:srgbClr>
                </a:solidFill>
                <a:latin typeface="Yu Gothic"/>
              </a:rPr>
              <a:t><![CDATA[関係者外秘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447800" y="6677025"/>
            <a:ext cx="609600" cy="114300"/>
          </a:xfrm>
          <a:prstGeom prst="rect">
            <a:avLst/>
          </a:prstGeom>
          <a:noFill/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Confidential]]></a:t>
            </a:r>
          </a:p>
        </p:txBody>
      </p:sp>
      <p:sp>
        <p:nvSpPr>
          <p:cNvPr id="5" name=""/>
          <p:cNvSpPr txBox="1"/>
          <p:nvPr/>
        </p:nvSpPr>
        <p:spPr>
          <a:xfrm>
            <a:off x="2057400" y="6677025"/>
            <a:ext cx="2381250" cy="114300"/>
          </a:xfrm>
          <a:prstGeom prst="rect">
            <a:avLst/>
          </a:prstGeom>
          <a:noFill/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© OLIVER CORPORATION All rights reserved.]]>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462901355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ppt_169bb569a1bafc2.jpg"/>
  <Relationship Id="rId3" Type="http://schemas.openxmlformats.org/officeDocument/2006/relationships/image" Target="../media/ppt_169bb569a2a4733.jpg"/>
  <Relationship Id="rId4" Type="http://schemas.openxmlformats.org/officeDocument/2006/relationships/image" Target="../media/ppt_169bb569a3861e4.jpg"/>
  <Relationship Id="rId5" Type="http://schemas.openxmlformats.org/officeDocument/2006/relationships/image" Target="../media/ppt_169bb569a4d3d45.jpg"/>
  <Relationship Id="rId6" Type="http://schemas.openxmlformats.org/officeDocument/2006/relationships/image" Target="../media/ppt_169bb569a63dc76.jpg"/>
  <Relationship Id="rId7" Type="http://schemas.openxmlformats.org/officeDocument/2006/relationships/image" Target="../media/ppt_169bb569a709997.jpg"/>
  <Relationship Id="rId8" Type="http://schemas.openxmlformats.org/officeDocument/2006/relationships/image" Target="../media/ppt_169bb569a7b37b8.jpg"/>
  <Relationship Id="rId9" Type="http://schemas.openxmlformats.org/officeDocument/2006/relationships/image" Target="../media/ppt_169bb569a837ec9.jpg"/>
  <Relationship Id="rId10" Type="http://schemas.openxmlformats.org/officeDocument/2006/relationships/hyperlink" Target="https://www.oliverinc.co.jp/products/detail?id=STWH820COMSLWH820COM" TargetMode="External"/>
  <Relationship Id="rId11" Type="http://schemas.openxmlformats.org/officeDocument/2006/relationships/hyperlink" Target="https://www.oliverinc.co.jp/products/detail?id=STWH820COMSLWH820COM" TargetMode="Externa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ppt_169bb569a1bafc10.jpg"/>
  <Relationship Id="rId3" Type="http://schemas.openxmlformats.org/officeDocument/2006/relationships/image" Target="../media/ppt_169bb569a4d3d411.jpg"/>
  <Relationship Id="rId4" Type="http://schemas.openxmlformats.org/officeDocument/2006/relationships/image" Target="../media/ppt_169bb569a63dc712.jpg"/>
  <Relationship Id="rId5" Type="http://schemas.openxmlformats.org/officeDocument/2006/relationships/image" Target="../media/ppt_169bb569a7099913.jpg"/>
  <Relationship Id="rId6" Type="http://schemas.openxmlformats.org/officeDocument/2006/relationships/image" Target="../media/ppt_169bb569a7b37b14.jpg"/>
  <Relationship Id="rId7" Type="http://schemas.openxmlformats.org/officeDocument/2006/relationships/image" Target="../media/ppt_169bb569a837ec15.jpg"/>
  <Relationship Id="rId8" Type="http://schemas.openxmlformats.org/officeDocument/2006/relationships/image" Target="../media/ppt_169bb569a8e3e3.svg16.png"/>
  <Relationship Id="rId9" Type="http://schemas.openxmlformats.org/officeDocument/2006/relationships/image" Target="../media/ppt_169bb569a9d6b0.svg17.png"/>
  <Relationship Id="rId10" Type="http://schemas.openxmlformats.org/officeDocument/2006/relationships/image" Target="../media/ppt_169bb569aab342.svg18.png"/>
  <Relationship Id="rId11" Type="http://schemas.openxmlformats.org/officeDocument/2006/relationships/image" Target="../media/ppt_169bb569ab875f.svg19.png"/>
  <Relationship Id="rId12" Type="http://schemas.openxmlformats.org/officeDocument/2006/relationships/image" Target="../media/ppt_169bb569ad7f41.svg20.png"/>
  <Relationship Id="rId13" Type="http://schemas.openxmlformats.org/officeDocument/2006/relationships/image" Target="../media/ppt_169bb569a4d3d421.jpg"/>
  <Relationship Id="rId14" Type="http://schemas.openxmlformats.org/officeDocument/2006/relationships/image" Target="../media/ppt_169bb569a63dc722.jpg"/>
  <Relationship Id="rId15" Type="http://schemas.openxmlformats.org/officeDocument/2006/relationships/image" Target="../media/ppt_169bb569a7099923.jpg"/>
  <Relationship Id="rId16" Type="http://schemas.openxmlformats.org/officeDocument/2006/relationships/image" Target="../media/ppt_169bb569a7b37b24.jpg"/>
  <Relationship Id="rId17" Type="http://schemas.openxmlformats.org/officeDocument/2006/relationships/image" Target="../media/ppt_169bb569a837ec25.jpg"/>
  <Relationship Id="rId18" Type="http://schemas.openxmlformats.org/officeDocument/2006/relationships/image" Target="../media/ppt_169bb569a8e3e3.svg26.png"/>
  <Relationship Id="rId19" Type="http://schemas.openxmlformats.org/officeDocument/2006/relationships/image" Target="../media/ppt_169bb569aab342.svg27.png"/>
  <Relationship Id="rId20" Type="http://schemas.openxmlformats.org/officeDocument/2006/relationships/image" Target="../media/ppt_169bb569ab875f.svg28.png"/>
  <Relationship Id="rId21" Type="http://schemas.openxmlformats.org/officeDocument/2006/relationships/image" Target="../media/ppt_169bb569ad7f41.svg29.png"/>
  <Relationship Id="rId22" Type="http://schemas.openxmlformats.org/officeDocument/2006/relationships/hyperlink" Target="https://www.oliverinc.co.jp/products/detail?id=STWH820COMSLWH820COM" TargetMode="Externa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190500"/>
          <a:ext cx="6657975" cy="6477000"/>
          <a:chOff x="285750" y="190500"/>
          <a:chExt cx="6657975" cy="6477000"/>
        </a:xfrm>
      </p:grpSpPr>
      <p:sp>
        <p:nvSpPr>
          <p:cNvPr id="2" name=""/>
          <p:cNvSpPr txBox="1"/>
          <p:nvPr/>
        </p:nvSpPr>
        <p:spPr>
          <a:xfrm>
            <a:off x="285750" y="190500"/>
            <a:ext cx="57150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000" spc="0" u="sng" cap="none">
                <a:solidFill>
                  <a:srgbClr val="333333">
                    <a:alpha val="100000"/>
                  </a:srgbClr>
                </a:solidFill>
                <a:latin typeface="Century Gothic"/>
                <a:hlinkClick r:id="rId10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<![CDATA[S・TW-H820/S・LW-H820]]></a:t>
            </a:r>
          </a:p>
        </p:txBody>
      </p:sp>
      <p:pic>
        <p:nvPicPr>
          <p:cNvPr id="3" name="Product Imag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333500"/>
            <a:ext cx="2095500" cy="2095500"/>
          </a:xfrm>
          <a:prstGeom prst="rect">
            <a:avLst/>
          </a:prstGeom>
          <a:noFill/>
        </p:spPr>
      </p:pic>
      <p:pic>
        <p:nvPicPr>
          <p:cNvPr id="4" name="Product Image 2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8875" y="1333500"/>
            <a:ext cx="2095500" cy="2095500"/>
          </a:xfrm>
          <a:prstGeom prst="rect">
            <a:avLst/>
          </a:prstGeom>
          <a:noFill/>
        </p:spPr>
      </p:pic>
      <p:pic>
        <p:nvPicPr>
          <p:cNvPr id="5" name="Product Image 3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33500"/>
            <a:ext cx="2085975" cy="1390650"/>
          </a:xfrm>
          <a:prstGeom prst="rect">
            <a:avLst/>
          </a:prstGeom>
          <a:noFill/>
        </p:spPr>
      </p:pic>
      <p:sp>
        <p:nvSpPr>
          <p:cNvPr id="6" name=""/>
          <p:cNvSpPr txBox="1"/>
          <p:nvPr/>
        </p:nvSpPr>
        <p:spPr>
          <a:xfrm>
            <a:off x="285750" y="3810000"/>
            <a:ext cx="381000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anchorCtr="0" rtlCol="0" vert="horz" bIns="238125" lIns="171450" rIns="171450" tIns="238125">
            <a:no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デスク 突板（W3600・D1400・OM）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sng" cap="none">
                <a:solidFill>
                  <a:srgbClr val="333333">
                    <a:alpha val="100000"/>
                  </a:srgbClr>
                </a:solidFill>
                <a:latin typeface="Century Gothic"/>
                <a:hlinkClick r:id="rId11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<![CDATA[S・TW-H820・C・OM/S・LW-H820・C・OM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/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カラーバリエーション：OM・OV・WNV・PWH・OBK
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サイズ(mm)：W3600・D1400・H720]]></a:t>
            </a:r>
          </a:p>
        </p:txBody>
      </p:sp>
      <p:pic>
        <p:nvPicPr>
          <p:cNvPr id="7" name="Color Chip 1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25" y="4686300"/>
            <a:ext cx="142875" cy="142875"/>
          </a:xfrm>
          <a:prstGeom prst="rect">
            <a:avLst/>
          </a:prstGeom>
          <a:noFill/>
        </p:spPr>
      </p:pic>
      <p:pic>
        <p:nvPicPr>
          <p:cNvPr id="8" name="Color Chip 2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4686300"/>
            <a:ext cx="142875" cy="142875"/>
          </a:xfrm>
          <a:prstGeom prst="rect">
            <a:avLst/>
          </a:prstGeom>
          <a:noFill/>
        </p:spPr>
      </p:pic>
      <p:pic>
        <p:nvPicPr>
          <p:cNvPr id="9" name="Color Chip 3" descr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575" y="4686300"/>
            <a:ext cx="142875" cy="142875"/>
          </a:xfrm>
          <a:prstGeom prst="rect">
            <a:avLst/>
          </a:prstGeom>
          <a:noFill/>
        </p:spPr>
      </p:pic>
      <p:pic>
        <p:nvPicPr>
          <p:cNvPr id="10" name="Color Chip 4" descr="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" y="4686300"/>
            <a:ext cx="142875" cy="142875"/>
          </a:xfrm>
          <a:prstGeom prst="rect">
            <a:avLst/>
          </a:prstGeom>
          <a:noFill/>
        </p:spPr>
      </p:pic>
      <p:pic>
        <p:nvPicPr>
          <p:cNvPr id="11" name="Color Chip 5" descr="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4425" y="4686300"/>
            <a:ext cx="142875" cy="1428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95250"/>
          <a:ext cx="8858250" cy="3524250"/>
          <a:chOff x="285750" y="95250"/>
          <a:chExt cx="8858250" cy="3524250"/>
        </a:xfrm>
      </p:grpSpPr>
      <p:sp>
        <p:nvSpPr>
          <p:cNvPr id="2" name=""/>
          <p:cNvSpPr txBox="1"/>
          <p:nvPr/>
        </p:nvSpPr>
        <p:spPr>
          <a:xfrm>
            <a:off x="285750" y="190500"/>
            <a:ext cx="16192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0C0C0C">
                    <a:alpha val="100000"/>
                  </a:srgbClr>
                </a:solidFill>
                <a:latin typeface="Yu Gothic"/>
              </a:rPr>
              <a:t><![CDATA[詳細スペック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905000" y="209550"/>
            <a:ext cx="38100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sng" cap="none">
                <a:solidFill>
                  <a:srgbClr val="333333">
                    <a:alpha val="100000"/>
                  </a:srgbClr>
                </a:solidFill>
                <a:latin typeface="Century Gothic"/>
                <a:hlinkClick r:id="rId22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<![CDATA[S・TW-H820/S・LW-H820]]></a:t>
            </a:r>
          </a:p>
        </p:txBody>
      </p:sp>
      <p:sp>
        <p:nvSpPr>
          <p:cNvPr id="4" name=""/>
          <p:cNvSpPr txBox="1"/>
          <p:nvPr/>
        </p:nvSpPr>
        <p:spPr>
          <a:xfrm>
            <a:off x="285750" y="523875"/>
            <a:ext cx="6667500" cy="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800" spc="0" u="none" cap="none">
                <a:solidFill>
                  <a:srgbClr val="B12704">
                    <a:alpha val="100000"/>
                  </a:srgbClr>
                </a:solidFill>
                <a:latin typeface="Yu Gothic"/>
              </a:rPr>
              <a:t><![CDATA[※必ず以下のセットでご注文ください]]></a:t>
            </a:r>
          </a:p>
        </p:txBody>
      </p:sp>
      <p:pic>
        <p:nvPicPr>
          <p:cNvPr id="5" name="Product Image 4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0" y="95250"/>
            <a:ext cx="666750" cy="666750"/>
          </a:xfrm>
          <a:prstGeom prst="rect">
            <a:avLst/>
          </a:prstGeom>
          <a:noFill/>
        </p:spPr>
      </p:pic>
      <p:sp>
        <p:nvSpPr>
          <p:cNvPr id="6" name=""/>
          <p:cNvSpPr txBox="1"/>
          <p:nvPr/>
        </p:nvSpPr>
        <p:spPr>
          <a:xfrm>
            <a:off x="285750" y="857250"/>
            <a:ext cx="276225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anchorCtr="0" rtlCol="0" vert="horz" bIns="171450" lIns="114300" rIns="114300" tIns="171450">
            <a:no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デスク 天板 突板（W3600・D1400・OM）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333333">
                    <a:alpha val="100000"/>
                  </a:srgbClr>
                </a:solidFill>
                <a:latin typeface="Century Gothic"/>
              </a:rPr>
              <a:t><![CDATA[S・TW-H820・C・OM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/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カラーバリエーション：OM・OV・WNV・PWH・OBK
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サイズ(mm)：W3600・D1400・t30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質量：108kg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素材：天板：天然木突板・ウレタン塗装
木口：天然木突板・ウレタン塗装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800" spc="0" u="none" cap="none">
                <a:solidFill>
                  <a:srgbClr val="7F7F7F">
                    <a:alpha val="100000"/>
                  </a:srgbClr>
                </a:solidFill>
                <a:latin typeface="Yu Gothic"/>
              </a:rPr>
              <a:t><![CDATA[
※脚(S･LW-H820)と組み合わせてご使用ください。]]></a:t>
            </a:r>
          </a:p>
        </p:txBody>
      </p:sp>
      <p:pic>
        <p:nvPicPr>
          <p:cNvPr id="7" name="Color Chip 6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1781175"/>
            <a:ext cx="142875" cy="142875"/>
          </a:xfrm>
          <a:prstGeom prst="rect">
            <a:avLst/>
          </a:prstGeom>
          <a:noFill/>
        </p:spPr>
      </p:pic>
      <p:pic>
        <p:nvPicPr>
          <p:cNvPr id="8" name="Color Chip 7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" y="1781175"/>
            <a:ext cx="142875" cy="142875"/>
          </a:xfrm>
          <a:prstGeom prst="rect">
            <a:avLst/>
          </a:prstGeom>
          <a:noFill/>
        </p:spPr>
      </p:pic>
      <p:pic>
        <p:nvPicPr>
          <p:cNvPr id="9" name="Color Chip 8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1781175"/>
            <a:ext cx="142875" cy="142875"/>
          </a:xfrm>
          <a:prstGeom prst="rect">
            <a:avLst/>
          </a:prstGeom>
          <a:noFill/>
        </p:spPr>
      </p:pic>
      <p:pic>
        <p:nvPicPr>
          <p:cNvPr id="10" name="Color Chip 9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1781175"/>
            <a:ext cx="142875" cy="142875"/>
          </a:xfrm>
          <a:prstGeom prst="rect">
            <a:avLst/>
          </a:prstGeom>
          <a:noFill/>
        </p:spPr>
      </p:pic>
      <p:pic>
        <p:nvPicPr>
          <p:cNvPr id="11" name="Color Chip 10" descr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750" y="1781175"/>
            <a:ext cx="142875" cy="142875"/>
          </a:xfrm>
          <a:prstGeom prst="rect">
            <a:avLst/>
          </a:prstGeom>
          <a:noFill/>
        </p:spPr>
      </p:pic>
      <p:pic>
        <p:nvPicPr>
          <p:cNvPr id="12" name="Mark 1" descr="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3209925"/>
            <a:ext cx="171450" cy="171450"/>
          </a:xfrm>
          <a:prstGeom prst="rect">
            <a:avLst/>
          </a:prstGeom>
          <a:noFill/>
        </p:spPr>
      </p:pic>
      <p:pic>
        <p:nvPicPr>
          <p:cNvPr id="13" name="Mark 2" descr="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3209925"/>
            <a:ext cx="171450" cy="171450"/>
          </a:xfrm>
          <a:prstGeom prst="rect">
            <a:avLst/>
          </a:prstGeom>
          <a:noFill/>
        </p:spPr>
      </p:pic>
      <p:pic>
        <p:nvPicPr>
          <p:cNvPr id="14" name="Mark 3" descr="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3209925"/>
            <a:ext cx="171450" cy="171450"/>
          </a:xfrm>
          <a:prstGeom prst="rect">
            <a:avLst/>
          </a:prstGeom>
          <a:noFill/>
        </p:spPr>
      </p:pic>
      <p:pic>
        <p:nvPicPr>
          <p:cNvPr id="15" name="Mark 4" descr="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2500" y="3209925"/>
            <a:ext cx="171450" cy="171450"/>
          </a:xfrm>
          <a:prstGeom prst="rect">
            <a:avLst/>
          </a:prstGeom>
          <a:noFill/>
        </p:spPr>
      </p:pic>
      <p:pic>
        <p:nvPicPr>
          <p:cNvPr id="16" name="Mark 5" descr="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" y="3209925"/>
            <a:ext cx="171450" cy="171450"/>
          </a:xfrm>
          <a:prstGeom prst="rect">
            <a:avLst/>
          </a:prstGeom>
          <a:noFill/>
        </p:spPr>
      </p:pic>
      <p:sp>
        <p:nvSpPr>
          <p:cNvPr id="17" name=""/>
          <p:cNvSpPr txBox="1"/>
          <p:nvPr/>
        </p:nvSpPr>
        <p:spPr>
          <a:xfrm>
            <a:off x="3190875" y="857250"/>
            <a:ext cx="276225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anchorCtr="0" rtlCol="0" vert="horz" bIns="171450" lIns="114300" rIns="114300" tIns="171450">
            <a:no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デスク 脚（W3600・D1400・OM）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333333">
                    <a:alpha val="100000"/>
                  </a:srgbClr>
                </a:solidFill>
                <a:latin typeface="Century Gothic"/>
              </a:rPr>
              <a:t><![CDATA[S・LW-H820・C・OM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/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カラーバリエーション：OM・OV・WNV・PWH・OBK
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素材：脚：オーク材・ウレタン塗装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800" spc="0" u="none" cap="none">
                <a:solidFill>
                  <a:srgbClr val="7F7F7F">
                    <a:alpha val="100000"/>
                  </a:srgbClr>
                </a:solidFill>
                <a:latin typeface="Yu Gothic"/>
              </a:rPr>
              <a:t><![CDATA[
※天板（S･TW-H820）と組み合わせてご使用ください。]]></a:t>
            </a:r>
          </a:p>
        </p:txBody>
      </p:sp>
      <p:pic>
        <p:nvPicPr>
          <p:cNvPr id="18" name="Color Chip 11" descr="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05175" y="1781175"/>
            <a:ext cx="142875" cy="142875"/>
          </a:xfrm>
          <a:prstGeom prst="rect">
            <a:avLst/>
          </a:prstGeom>
          <a:noFill/>
        </p:spPr>
      </p:pic>
      <p:pic>
        <p:nvPicPr>
          <p:cNvPr id="19" name="Color Chip 12" descr="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67100" y="1781175"/>
            <a:ext cx="142875" cy="142875"/>
          </a:xfrm>
          <a:prstGeom prst="rect">
            <a:avLst/>
          </a:prstGeom>
          <a:noFill/>
        </p:spPr>
      </p:pic>
      <p:pic>
        <p:nvPicPr>
          <p:cNvPr id="20" name="Color Chip 13" descr="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29025" y="1781175"/>
            <a:ext cx="142875" cy="142875"/>
          </a:xfrm>
          <a:prstGeom prst="rect">
            <a:avLst/>
          </a:prstGeom>
          <a:noFill/>
        </p:spPr>
      </p:pic>
      <p:pic>
        <p:nvPicPr>
          <p:cNvPr id="21" name="Color Chip 14" descr="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790950" y="1781175"/>
            <a:ext cx="142875" cy="142875"/>
          </a:xfrm>
          <a:prstGeom prst="rect">
            <a:avLst/>
          </a:prstGeom>
          <a:noFill/>
        </p:spPr>
      </p:pic>
      <p:pic>
        <p:nvPicPr>
          <p:cNvPr id="22" name="Color Chip 15" descr="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52875" y="1781175"/>
            <a:ext cx="142875" cy="142875"/>
          </a:xfrm>
          <a:prstGeom prst="rect">
            <a:avLst/>
          </a:prstGeom>
          <a:noFill/>
        </p:spPr>
      </p:pic>
      <p:pic>
        <p:nvPicPr>
          <p:cNvPr id="23" name="Mark 6" descr="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86125" y="3209925"/>
            <a:ext cx="171450" cy="171450"/>
          </a:xfrm>
          <a:prstGeom prst="rect">
            <a:avLst/>
          </a:prstGeom>
          <a:noFill/>
        </p:spPr>
      </p:pic>
      <p:pic>
        <p:nvPicPr>
          <p:cNvPr id="24" name="Mark 7" descr="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476625" y="3209925"/>
            <a:ext cx="171450" cy="171450"/>
          </a:xfrm>
          <a:prstGeom prst="rect">
            <a:avLst/>
          </a:prstGeom>
          <a:noFill/>
        </p:spPr>
      </p:pic>
      <p:pic>
        <p:nvPicPr>
          <p:cNvPr id="25" name="Mark 8" descr="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667125" y="3209925"/>
            <a:ext cx="171450" cy="171450"/>
          </a:xfrm>
          <a:prstGeom prst="rect">
            <a:avLst/>
          </a:prstGeom>
          <a:noFill/>
        </p:spPr>
      </p:pic>
      <p:pic>
        <p:nvPicPr>
          <p:cNvPr id="26" name="Mark 9" descr="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57625" y="3209925"/>
            <a:ext cx="171450" cy="1714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32">
  <a:themeElements>
    <a:clrScheme name="Theme3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32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3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2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2026-03-19T01:51:21Z</dcterms:created>
  <dcterms:modified xsi:type="dcterms:W3CDTF">2026-03-19T01:51:21Z</dcterms:modified>
  <dc:title>Untitled Presentation</dc:title>
  <dc:description/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