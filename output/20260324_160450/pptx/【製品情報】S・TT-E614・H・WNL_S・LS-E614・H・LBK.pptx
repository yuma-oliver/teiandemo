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186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6ab5da92.jpg"/>
  <Relationship Id="rId3" Type="http://schemas.openxmlformats.org/officeDocument/2006/relationships/image" Target="../media/ppt_169c2366ac9fe93.jpg"/>
  <Relationship Id="rId4" Type="http://schemas.openxmlformats.org/officeDocument/2006/relationships/image" Target="../media/ppt_169c2366adbd214.jpg"/>
  <Relationship Id="rId5" Type="http://schemas.openxmlformats.org/officeDocument/2006/relationships/image" Target="../media/ppt_169c2366b015695.jpg"/>
  <Relationship Id="rId6" Type="http://schemas.openxmlformats.org/officeDocument/2006/relationships/hyperlink" Target="https://www.oliverinc.co.jp/products/detail?id=STTE614HWNLSLSE614HLBK" TargetMode="External"/>
  <Relationship Id="rId7" Type="http://schemas.openxmlformats.org/officeDocument/2006/relationships/hyperlink" Target="https://www.oliverinc.co.jp/products/detail?id=STTE614HWNLSLSE614HLBK" TargetMode="Externa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6ab5da96.jpg"/>
  <Relationship Id="rId3" Type="http://schemas.openxmlformats.org/officeDocument/2006/relationships/image" Target="../media/ppt_169c2366b136d07.jpg"/>
  <Relationship Id="rId4" Type="http://schemas.openxmlformats.org/officeDocument/2006/relationships/image" Target="../media/ppt_169c2366b1a0fd.svg8.png"/>
  <Relationship Id="rId5" Type="http://schemas.openxmlformats.org/officeDocument/2006/relationships/image" Target="../media/ppt_169c2366b26ea1.svg9.png"/>
  <Relationship Id="rId6" Type="http://schemas.openxmlformats.org/officeDocument/2006/relationships/image" Target="../media/ppt_169c2366b35847.svg10.png"/>
  <Relationship Id="rId7" Type="http://schemas.openxmlformats.org/officeDocument/2006/relationships/image" Target="../media/ppt_169c2366b4e8ce11.jpg"/>
  <Relationship Id="rId8" Type="http://schemas.openxmlformats.org/officeDocument/2006/relationships/image" Target="../media/ppt_169c2366b1a0fd.svg12.png"/>
  <Relationship Id="rId9" Type="http://schemas.openxmlformats.org/officeDocument/2006/relationships/image" Target="../media/ppt_169c2366b35847.svg13.png"/>
  <Relationship Id="rId10" Type="http://schemas.openxmlformats.org/officeDocument/2006/relationships/hyperlink" Target="https://www.oliverinc.co.jp/products/detail?id=STTE614HWNLSLSE614HLBK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6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T-E614/S・LS-E614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85750" y="571500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アウトドアファニチャーをモチーフにした3～6人用のミーティングテーブル。
多角形のフォルムはどんな角度から見ても有機的で美しく、
空間に変化とリズムを与えてくれます。]]></a:t>
            </a:r>
          </a:p>
        </p:txBody>
      </p:sp>
      <p:pic>
        <p:nvPicPr>
          <p:cNvPr id="4" name="Product Imag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333500"/>
            <a:ext cx="2095500" cy="140970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テーブル（ハイタイプ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7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T-E614・H・WNL/S・LS-E614・H・LBK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WNL・L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970・D1760・H1000・SH70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8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articular Point Image 1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10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斜めで向かい合った場合、1ｍ以上のソーシャルディスタンスを確保。また、正面で向き合わないことで緊張を緩和し、気軽にコミュニケーションを取れる効果があります。]]></a:t>
            </a:r>
          </a:p>
        </p:txBody>
      </p:sp>
      <p:pic>
        <p:nvPicPr>
          <p:cNvPr id="11" name="Particular Point Image 2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625" y="4191000"/>
            <a:ext cx="1514475" cy="1009650"/>
          </a:xfrm>
          <a:prstGeom prst="rect">
            <a:avLst/>
          </a:prstGeom>
          <a:noFill/>
        </p:spPr>
      </p:pic>
      <p:sp>
        <p:nvSpPr>
          <p:cNvPr id="12" name=""/>
          <p:cNvSpPr txBox="1"/>
          <p:nvPr/>
        </p:nvSpPr>
        <p:spPr>
          <a:xfrm>
            <a:off x="5762625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配線孔を設け、コンセントタップを地面から通し、中央から電源が取れる使用。※コンセントタップは別途手配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1619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0C0C0C">
                    <a:alpha val="100000"/>
                  </a:srgbClr>
                </a:solidFill>
                <a:latin typeface="Yu Gothic"/>
              </a:rPr>
              <a:t><![CDATA[詳細スペック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" y="209550"/>
            <a:ext cx="3810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0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T-E614/S・LS-E614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85750" y="523875"/>
            <a:ext cx="6667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B12704">
                    <a:alpha val="100000"/>
                  </a:srgbClr>
                </a:solidFill>
                <a:latin typeface="Yu Gothic"/>
              </a:rPr>
              <a:t><![CDATA[※必ず以下のセットでご注文ください]]></a:t>
            </a:r>
          </a:p>
        </p:txBody>
      </p:sp>
      <p:pic>
        <p:nvPicPr>
          <p:cNvPr id="5" name="Product Image 3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85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テーブル 天板（ハイタイプ・WNL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TT-E614・H・WNL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WNL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970・D1760・t3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60.8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天板：メラミン化粧板
木口：船底エッジ・ウレタン塗装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脚(S･LS-E614)と組み合わせてご使用ください。]]></a:t>
            </a:r>
          </a:p>
        </p:txBody>
      </p:sp>
      <p:pic>
        <p:nvPicPr>
          <p:cNvPr id="7" name="Color Chip 1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638300"/>
            <a:ext cx="142875" cy="142875"/>
          </a:xfrm>
          <a:prstGeom prst="rect">
            <a:avLst/>
          </a:prstGeom>
          <a:noFill/>
        </p:spPr>
      </p:pic>
      <p:pic>
        <p:nvPicPr>
          <p:cNvPr id="8" name="Mark 1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209925"/>
            <a:ext cx="171450" cy="171450"/>
          </a:xfrm>
          <a:prstGeom prst="rect">
            <a:avLst/>
          </a:prstGeom>
          <a:noFill/>
        </p:spPr>
      </p:pic>
      <p:pic>
        <p:nvPicPr>
          <p:cNvPr id="9" name="Mark 2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09925"/>
            <a:ext cx="171450" cy="171450"/>
          </a:xfrm>
          <a:prstGeom prst="rect">
            <a:avLst/>
          </a:prstGeom>
          <a:noFill/>
        </p:spPr>
      </p:pic>
      <p:pic>
        <p:nvPicPr>
          <p:cNvPr id="10" name="Mark 3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209925"/>
            <a:ext cx="171450" cy="171450"/>
          </a:xfrm>
          <a:prstGeom prst="rect">
            <a:avLst/>
          </a:prstGeom>
          <a:noFill/>
        </p:spPr>
      </p:pic>
      <p:sp>
        <p:nvSpPr>
          <p:cNvPr id="11" name=""/>
          <p:cNvSpPr txBox="1"/>
          <p:nvPr/>
        </p:nvSpPr>
        <p:spPr>
          <a:xfrm>
            <a:off x="3190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テーブル 脚（ハイタイプ・LBK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LS-E614・H・LBK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L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970・D1760・H970・SH70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84.3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脚：スチール・粉体塗装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天板(S･TT-E614)と組み合わせてご使用ください。]]></a:t>
            </a:r>
          </a:p>
        </p:txBody>
      </p:sp>
      <p:pic>
        <p:nvPicPr>
          <p:cNvPr id="12" name="Color Chip 2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5175" y="1638300"/>
            <a:ext cx="142875" cy="142875"/>
          </a:xfrm>
          <a:prstGeom prst="rect">
            <a:avLst/>
          </a:prstGeom>
          <a:noFill/>
        </p:spPr>
      </p:pic>
      <p:pic>
        <p:nvPicPr>
          <p:cNvPr id="13" name="Mark 4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6125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5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6625" y="3209925"/>
            <a:ext cx="171450" cy="17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3">
  <a:themeElements>
    <a:clrScheme name="Theme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2026-03-24T06:59:54Z</dcterms:created>
  <dcterms:modified xsi:type="dcterms:W3CDTF">2026-03-24T06:59:54Z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