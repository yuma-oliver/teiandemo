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footer-logo1.png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oter-logo1.png"/>
  <Relationship Id="rId3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46335190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pt_169c2368b7e96f2.jpg"/>
  <Relationship Id="rId3" Type="http://schemas.openxmlformats.org/officeDocument/2006/relationships/image" Target="../media/ppt_169c2368b9377b3.jpg"/>
  <Relationship Id="rId4" Type="http://schemas.openxmlformats.org/officeDocument/2006/relationships/image" Target="../media/ppt_169c2368ba95cc4.jpg"/>
  <Relationship Id="rId5" Type="http://schemas.openxmlformats.org/officeDocument/2006/relationships/image" Target="../media/ppt_169c2368bbe1695.jpg"/>
  <Relationship Id="rId6" Type="http://schemas.openxmlformats.org/officeDocument/2006/relationships/image" Target="../media/ppt_169c2368bd2f176.jpg"/>
  <Relationship Id="rId7" Type="http://schemas.openxmlformats.org/officeDocument/2006/relationships/image" Target="../media/ppt_169c2368bdbf567.jpg"/>
  <Relationship Id="rId8" Type="http://schemas.openxmlformats.org/officeDocument/2006/relationships/image" Target="../media/ppt_169c2368bec6178.jpg"/>
  <Relationship Id="rId9" Type="http://schemas.openxmlformats.org/officeDocument/2006/relationships/image" Target="../media/ppt_169c2368c08a429.jpg"/>
  <Relationship Id="rId10" Type="http://schemas.openxmlformats.org/officeDocument/2006/relationships/hyperlink" Target="https://www.oliverinc.co.jp/products/detail?id=STWH790TADPWHSLWH790DLOPWHSOAH790MB" TargetMode="External"/>
  <Relationship Id="rId11" Type="http://schemas.openxmlformats.org/officeDocument/2006/relationships/hyperlink" Target="https://www.oliverinc.co.jp/products/detail?id=STWH790TADPWHSLWH790DLOPWHSOAH790MB" TargetMode="Externa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pt_169c2368b7e96f10.jpg"/>
  <Relationship Id="rId3" Type="http://schemas.openxmlformats.org/officeDocument/2006/relationships/image" Target="../media/ppt_169c2368bd2f1711.jpg"/>
  <Relationship Id="rId4" Type="http://schemas.openxmlformats.org/officeDocument/2006/relationships/image" Target="../media/ppt_169c2368bdbf5612.jpg"/>
  <Relationship Id="rId5" Type="http://schemas.openxmlformats.org/officeDocument/2006/relationships/image" Target="../media/ppt_169c2368bec61713.jpg"/>
  <Relationship Id="rId6" Type="http://schemas.openxmlformats.org/officeDocument/2006/relationships/image" Target="../media/ppt_169c2368c08a4214.jpg"/>
  <Relationship Id="rId7" Type="http://schemas.openxmlformats.org/officeDocument/2006/relationships/image" Target="../media/ppt_169c2368c0fbe3.svg15.png"/>
  <Relationship Id="rId8" Type="http://schemas.openxmlformats.org/officeDocument/2006/relationships/image" Target="../media/ppt_169c2368c1f7a6.svg16.png"/>
  <Relationship Id="rId9" Type="http://schemas.openxmlformats.org/officeDocument/2006/relationships/image" Target="../media/ppt_169c2368c2b3b2.svg17.png"/>
  <Relationship Id="rId10" Type="http://schemas.openxmlformats.org/officeDocument/2006/relationships/image" Target="../media/ppt_169c2368c38df8.svg18.png"/>
  <Relationship Id="rId11" Type="http://schemas.openxmlformats.org/officeDocument/2006/relationships/image" Target="../media/ppt_169c2368bd2f1719.jpg"/>
  <Relationship Id="rId12" Type="http://schemas.openxmlformats.org/officeDocument/2006/relationships/image" Target="../media/ppt_169c2368bdbf5620.jpg"/>
  <Relationship Id="rId13" Type="http://schemas.openxmlformats.org/officeDocument/2006/relationships/image" Target="../media/ppt_169c2368bec61721.jpg"/>
  <Relationship Id="rId14" Type="http://schemas.openxmlformats.org/officeDocument/2006/relationships/image" Target="../media/ppt_169c2368c08a4222.jpg"/>
  <Relationship Id="rId15" Type="http://schemas.openxmlformats.org/officeDocument/2006/relationships/image" Target="../media/ppt_169c2368c0fbe3.svg23.png"/>
  <Relationship Id="rId16" Type="http://schemas.openxmlformats.org/officeDocument/2006/relationships/image" Target="../media/ppt_169c2368c2b3b2.svg24.png"/>
  <Relationship Id="rId17" Type="http://schemas.openxmlformats.org/officeDocument/2006/relationships/image" Target="../media/ppt_169c2368c38df8.svg25.png"/>
  <Relationship Id="rId18" Type="http://schemas.openxmlformats.org/officeDocument/2006/relationships/image" Target="../media/ppt_169c2368c38df8.svg26.png"/>
  <Relationship Id="rId19" Type="http://schemas.openxmlformats.org/officeDocument/2006/relationships/image" Target="../media/ppt_169c2368c4a4d127.jpg"/>
  <Relationship Id="rId20" Type="http://schemas.openxmlformats.org/officeDocument/2006/relationships/image" Target="../media/ppt_169c2368c512b328.jpg"/>
  <Relationship Id="rId21" Type="http://schemas.openxmlformats.org/officeDocument/2006/relationships/image" Target="../media/ppt_169c2368c0fbe3.svg29.png"/>
  <Relationship Id="rId22" Type="http://schemas.openxmlformats.org/officeDocument/2006/relationships/image" Target="../media/ppt_169c2368c38df8.svg30.png"/>
  <Relationship Id="rId23" Type="http://schemas.openxmlformats.org/officeDocument/2006/relationships/image" Target="../media/ppt_169c2368c5c11b.svg31.png"/>
  <Relationship Id="rId24" Type="http://schemas.openxmlformats.org/officeDocument/2006/relationships/hyperlink" Target="https://www.oliverinc.co.jp/products/detail?id=STWH790TADPWHSLWH790DLOPWHSOAH790MB" TargetMode="Externa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10625" cy="6477000"/>
          <a:chOff x="285750" y="190500"/>
          <a:chExt cx="8810625" cy="647700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5715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10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TW-H790/S・LW-H790]]></a:t>
            </a:r>
          </a:p>
        </p:txBody>
      </p:sp>
      <p:pic>
        <p:nvPicPr>
          <p:cNvPr id="3" name="Product Imag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4" name="Product Image 2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5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3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33500"/>
            <a:ext cx="2095500" cy="2095500"/>
          </a:xfrm>
          <a:prstGeom prst="rect">
            <a:avLst/>
          </a:prstGeom>
          <a:noFill/>
        </p:spPr>
      </p:pic>
      <p:pic>
        <p:nvPicPr>
          <p:cNvPr id="6" name="Product Image 4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1333500"/>
            <a:ext cx="2095500" cy="1562100"/>
          </a:xfrm>
          <a:prstGeom prst="rect">
            <a:avLst/>
          </a:prstGeom>
          <a:noFill/>
        </p:spPr>
      </p:pic>
      <p:sp>
        <p:nvSpPr>
          <p:cNvPr id="7" name=""/>
          <p:cNvSpPr txBox="1"/>
          <p:nvPr/>
        </p:nvSpPr>
        <p:spPr>
          <a:xfrm>
            <a:off x="285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238125" lIns="171450" rIns="171450" tIns="238125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デスク 突板 木脚（45度R・中間・船底・ロータイプ・PWH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11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TW-H790・TA・D・PWH/S・LW-H790・D・LO・PWH/S・OA-H790・MB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OM・BR・PWH・OBK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1515・D660・H720]]></a:t>
            </a:r>
          </a:p>
        </p:txBody>
      </p:sp>
      <p:pic>
        <p:nvPicPr>
          <p:cNvPr id="8" name="Color Chip 1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4686300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2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4686300"/>
            <a:ext cx="133350" cy="133350"/>
          </a:xfrm>
          <a:prstGeom prst="rect">
            <a:avLst/>
          </a:prstGeom>
          <a:noFill/>
        </p:spPr>
      </p:pic>
      <p:pic>
        <p:nvPicPr>
          <p:cNvPr id="10" name="Color Chip 3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4686300"/>
            <a:ext cx="133350" cy="133350"/>
          </a:xfrm>
          <a:prstGeom prst="rect">
            <a:avLst/>
          </a:prstGeom>
          <a:noFill/>
        </p:spPr>
      </p:pic>
      <p:pic>
        <p:nvPicPr>
          <p:cNvPr id="11" name="Color Chip 4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975" y="4686300"/>
            <a:ext cx="133350" cy="133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95250"/>
          <a:ext cx="8858250" cy="6334125"/>
          <a:chOff x="285750" y="95250"/>
          <a:chExt cx="8858250" cy="6334125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16192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0C0C0C">
                    <a:alpha val="100000"/>
                  </a:srgbClr>
                </a:solidFill>
                <a:latin typeface="Yu Gothic"/>
              </a:rPr>
              <a:t><![CDATA[詳細スペック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" y="209550"/>
            <a:ext cx="3810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24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TW-H790/S・LW-H79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85750" y="523875"/>
            <a:ext cx="6667500" cy="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800" spc="0" u="none" cap="none">
                <a:solidFill>
                  <a:srgbClr val="B12704">
                    <a:alpha val="100000"/>
                  </a:srgbClr>
                </a:solidFill>
                <a:latin typeface="Yu Gothic"/>
              </a:rPr>
              <a:t><![CDATA[※必ず以下のセットでご注文ください]]></a:t>
            </a:r>
          </a:p>
        </p:txBody>
      </p:sp>
      <p:pic>
        <p:nvPicPr>
          <p:cNvPr id="5" name="Product Image 5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95250"/>
            <a:ext cx="666750" cy="666750"/>
          </a:xfrm>
          <a:prstGeom prst="rect">
            <a:avLst/>
          </a:prstGeom>
          <a:noFill/>
        </p:spPr>
      </p:pic>
      <p:sp>
        <p:nvSpPr>
          <p:cNvPr id="6" name=""/>
          <p:cNvSpPr txBox="1"/>
          <p:nvPr/>
        </p:nvSpPr>
        <p:spPr>
          <a:xfrm>
            <a:off x="285750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171450" lIns="114300" rIns="114300" tIns="171450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デスク 天板 木脚用 突板（45度R・中間・船底・PWH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S・TW-H790・TA・D・PWH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OM・BR・PWH・OBK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1515・D660・t25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13.2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天板：オーク突板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7F7F7F">
                    <a:alpha val="100000"/>
                  </a:srgbClr>
                </a:solidFill>
                <a:latin typeface="Yu Gothic"/>
              </a:rPr>
              <a:t><![CDATA[
※必ず脚(S･LW-H790)・埋込み電源(S･OA-H825)・配線受け(S･OA-H790)と脚の4点セットでご注文ください。]]></a:t>
            </a:r>
          </a:p>
        </p:txBody>
      </p:sp>
      <p:pic>
        <p:nvPicPr>
          <p:cNvPr id="7" name="Color Chip 5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638300"/>
            <a:ext cx="142875" cy="142875"/>
          </a:xfrm>
          <a:prstGeom prst="rect">
            <a:avLst/>
          </a:prstGeom>
          <a:noFill/>
        </p:spPr>
      </p:pic>
      <p:pic>
        <p:nvPicPr>
          <p:cNvPr id="8" name="Color Chip 6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1638300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7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1638300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8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1638300"/>
            <a:ext cx="142875" cy="142875"/>
          </a:xfrm>
          <a:prstGeom prst="rect">
            <a:avLst/>
          </a:prstGeom>
          <a:noFill/>
        </p:spPr>
      </p:pic>
      <p:pic>
        <p:nvPicPr>
          <p:cNvPr id="11" name="Mark 1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209925"/>
            <a:ext cx="171450" cy="171450"/>
          </a:xfrm>
          <a:prstGeom prst="rect">
            <a:avLst/>
          </a:prstGeom>
          <a:noFill/>
        </p:spPr>
      </p:pic>
      <p:pic>
        <p:nvPicPr>
          <p:cNvPr id="12" name="Mark 2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209925"/>
            <a:ext cx="171450" cy="171450"/>
          </a:xfrm>
          <a:prstGeom prst="rect">
            <a:avLst/>
          </a:prstGeom>
          <a:noFill/>
        </p:spPr>
      </p:pic>
      <p:pic>
        <p:nvPicPr>
          <p:cNvPr id="13" name="Mark 3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209925"/>
            <a:ext cx="171450" cy="171450"/>
          </a:xfrm>
          <a:prstGeom prst="rect">
            <a:avLst/>
          </a:prstGeom>
          <a:noFill/>
        </p:spPr>
      </p:pic>
      <p:pic>
        <p:nvPicPr>
          <p:cNvPr id="14" name="Mark 4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3209925"/>
            <a:ext cx="171450" cy="171450"/>
          </a:xfrm>
          <a:prstGeom prst="rect">
            <a:avLst/>
          </a:prstGeom>
          <a:noFill/>
        </p:spPr>
      </p:pic>
      <p:sp>
        <p:nvSpPr>
          <p:cNvPr id="15" name=""/>
          <p:cNvSpPr txBox="1"/>
          <p:nvPr/>
        </p:nvSpPr>
        <p:spPr>
          <a:xfrm>
            <a:off x="3190875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171450" lIns="114300" rIns="114300" tIns="171450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デスク 木脚（45度R・中間・ロータイプ・PWH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S・LW-H790・D・LO・PWH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OM・BR・PWH・OBK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520・D405・H695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2.6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脚：アッシュ無垢材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7F7F7F">
                    <a:alpha val="100000"/>
                  </a:srgbClr>
                </a:solidFill>
                <a:latin typeface="Yu Gothic"/>
              </a:rPr>
              <a:t><![CDATA[
※必ず天板(S･TW-H790)・埋込み電源(S･OA-H825)・配線受け(S･OA-H790)と脚の4点セットでご注文ください。]]></a:t>
            </a:r>
          </a:p>
        </p:txBody>
      </p:sp>
      <p:pic>
        <p:nvPicPr>
          <p:cNvPr id="16" name="Color Chip 9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05175" y="1638300"/>
            <a:ext cx="142875" cy="142875"/>
          </a:xfrm>
          <a:prstGeom prst="rect">
            <a:avLst/>
          </a:prstGeom>
          <a:noFill/>
        </p:spPr>
      </p:pic>
      <p:pic>
        <p:nvPicPr>
          <p:cNvPr id="17" name="Color Chip 10" descr="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67100" y="1638300"/>
            <a:ext cx="142875" cy="142875"/>
          </a:xfrm>
          <a:prstGeom prst="rect">
            <a:avLst/>
          </a:prstGeom>
          <a:noFill/>
        </p:spPr>
      </p:pic>
      <p:pic>
        <p:nvPicPr>
          <p:cNvPr id="18" name="Color Chip 11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29025" y="1638300"/>
            <a:ext cx="142875" cy="142875"/>
          </a:xfrm>
          <a:prstGeom prst="rect">
            <a:avLst/>
          </a:prstGeom>
          <a:noFill/>
        </p:spPr>
      </p:pic>
      <p:pic>
        <p:nvPicPr>
          <p:cNvPr id="19" name="Color Chip 12" descr="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90950" y="1638300"/>
            <a:ext cx="142875" cy="142875"/>
          </a:xfrm>
          <a:prstGeom prst="rect">
            <a:avLst/>
          </a:prstGeom>
          <a:noFill/>
        </p:spPr>
      </p:pic>
      <p:pic>
        <p:nvPicPr>
          <p:cNvPr id="20" name="Mark 5" descr="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86125" y="3209925"/>
            <a:ext cx="171450" cy="171450"/>
          </a:xfrm>
          <a:prstGeom prst="rect">
            <a:avLst/>
          </a:prstGeom>
          <a:noFill/>
        </p:spPr>
      </p:pic>
      <p:pic>
        <p:nvPicPr>
          <p:cNvPr id="21" name="Mark 6" descr="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76625" y="3209925"/>
            <a:ext cx="171450" cy="171450"/>
          </a:xfrm>
          <a:prstGeom prst="rect">
            <a:avLst/>
          </a:prstGeom>
          <a:noFill/>
        </p:spPr>
      </p:pic>
      <p:pic>
        <p:nvPicPr>
          <p:cNvPr id="22" name="Mark 7" descr="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67125" y="3209925"/>
            <a:ext cx="171450" cy="171450"/>
          </a:xfrm>
          <a:prstGeom prst="rect">
            <a:avLst/>
          </a:prstGeom>
          <a:noFill/>
        </p:spPr>
      </p:pic>
      <p:sp>
        <p:nvSpPr>
          <p:cNvPr id="23" name=""/>
          <p:cNvSpPr txBox="1"/>
          <p:nvPr/>
        </p:nvSpPr>
        <p:spPr>
          <a:xfrm>
            <a:off x="6096000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171450" lIns="114300" rIns="114300" tIns="171450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中間用配線受け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S・OA-H790・MB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340・D160・H140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0.2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配線受け：硬質フェルト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7F7F7F">
                    <a:alpha val="100000"/>
                  </a:srgbClr>
                </a:solidFill>
                <a:latin typeface="Yu Gothic"/>
              </a:rPr>
              <a:t><![CDATA[
※必ず天板(S･TT-H790/S･TW-H790)、脚(S･LS-H790/S･LW-H790)、埋込み電源(S･OA-H825)との4点セットでご注文ください。]]></a:t>
            </a:r>
          </a:p>
        </p:txBody>
      </p:sp>
      <p:pic>
        <p:nvPicPr>
          <p:cNvPr id="24" name="Mark 8" descr="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91250" y="3209925"/>
            <a:ext cx="171450" cy="171450"/>
          </a:xfrm>
          <a:prstGeom prst="rect">
            <a:avLst/>
          </a:prstGeom>
          <a:noFill/>
        </p:spPr>
      </p:pic>
      <p:sp>
        <p:nvSpPr>
          <p:cNvPr id="25" name=""/>
          <p:cNvSpPr txBox="1"/>
          <p:nvPr/>
        </p:nvSpPr>
        <p:spPr>
          <a:xfrm>
            <a:off x="285750" y="3667125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171450" lIns="114300" rIns="114300" tIns="171450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埋込み電源(USB Type-C・WH)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S・OA-H825・WH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WH・BK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φ35・H45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0.3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プレート部厚み：3mm
本体：PC・ABS
USB Type-Cポート：出力最大100W 1口
コード長さ：2m
付属：USB Type-C用ACアダプタ（72×72×30mm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7F7F7F">
                    <a:alpha val="100000"/>
                  </a:srgbClr>
                </a:solidFill>
                <a:latin typeface="Yu Gothic"/>
              </a:rPr>
              <a:t><![CDATA[
※USB Type-Cポート：出力最大100W　1口
コード長さ：2m
※付属：USB Type-C用アダプタ(72×72×30mm)]]></a:t>
            </a:r>
          </a:p>
        </p:txBody>
      </p:sp>
      <p:pic>
        <p:nvPicPr>
          <p:cNvPr id="26" name="Color Chip 13" descr="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00050" y="4448175"/>
            <a:ext cx="142875" cy="142875"/>
          </a:xfrm>
          <a:prstGeom prst="rect">
            <a:avLst/>
          </a:prstGeom>
          <a:noFill/>
        </p:spPr>
      </p:pic>
      <p:pic>
        <p:nvPicPr>
          <p:cNvPr id="27" name="Color Chip 14" descr="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1975" y="4448175"/>
            <a:ext cx="142875" cy="142875"/>
          </a:xfrm>
          <a:prstGeom prst="rect">
            <a:avLst/>
          </a:prstGeom>
          <a:noFill/>
        </p:spPr>
      </p:pic>
      <p:pic>
        <p:nvPicPr>
          <p:cNvPr id="28" name="Mark 9" descr="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6019800"/>
            <a:ext cx="171450" cy="171450"/>
          </a:xfrm>
          <a:prstGeom prst="rect">
            <a:avLst/>
          </a:prstGeom>
          <a:noFill/>
        </p:spPr>
      </p:pic>
      <p:pic>
        <p:nvPicPr>
          <p:cNvPr id="29" name="Mark 10" descr="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6019800"/>
            <a:ext cx="171450" cy="171450"/>
          </a:xfrm>
          <a:prstGeom prst="rect">
            <a:avLst/>
          </a:prstGeom>
          <a:noFill/>
        </p:spPr>
      </p:pic>
      <p:pic>
        <p:nvPicPr>
          <p:cNvPr id="30" name="Mark 11" descr="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2000" y="6019800"/>
            <a:ext cx="171450" cy="171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30">
  <a:themeElements>
    <a:clrScheme name="Theme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2026-03-24T07:00:27Z</dcterms:created>
  <dcterms:modified xsi:type="dcterms:W3CDTF">2026-03-24T07:00:27Z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