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200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ee6f8042.jpg"/>
  <Relationship Id="rId3" Type="http://schemas.openxmlformats.org/officeDocument/2006/relationships/image" Target="../media/ppt_169c236ee8fe403.jpg"/>
  <Relationship Id="rId4" Type="http://schemas.openxmlformats.org/officeDocument/2006/relationships/image" Target="../media/ppt_169c236eea90be4.jpg"/>
  <Relationship Id="rId5" Type="http://schemas.openxmlformats.org/officeDocument/2006/relationships/image" Target="../media/ppt_169c236eebf27a5.jpg"/>
  <Relationship Id="rId6" Type="http://schemas.openxmlformats.org/officeDocument/2006/relationships/image" Target="../media/ppt_169c236eed10c56.jpg"/>
  <Relationship Id="rId7" Type="http://schemas.openxmlformats.org/officeDocument/2006/relationships/image" Target="../media/ppt_169c236eee60d87.jpg"/>
  <Relationship Id="rId8" Type="http://schemas.openxmlformats.org/officeDocument/2006/relationships/hyperlink" Target="https://www.oliverinc.co.jp/products/detail?id=STWH826APWHSLWH826LO" TargetMode="External"/>
  <Relationship Id="rId9" Type="http://schemas.openxmlformats.org/officeDocument/2006/relationships/hyperlink" Target="https://www.oliverinc.co.jp/products/detail?id=STWH826APWHSLWH826LO" TargetMode="Externa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ee6f8048.jpg"/>
  <Relationship Id="rId3" Type="http://schemas.openxmlformats.org/officeDocument/2006/relationships/image" Target="../media/ppt_169c236eef35f19.jpg"/>
  <Relationship Id="rId4" Type="http://schemas.openxmlformats.org/officeDocument/2006/relationships/image" Target="../media/ppt_169c236ef0a89b10.jpg"/>
  <Relationship Id="rId5" Type="http://schemas.openxmlformats.org/officeDocument/2006/relationships/image" Target="../media/ppt_169c236ef15cdc11.jpg"/>
  <Relationship Id="rId6" Type="http://schemas.openxmlformats.org/officeDocument/2006/relationships/image" Target="../media/ppt_169c236ef26cfc12.jpg"/>
  <Relationship Id="rId7" Type="http://schemas.openxmlformats.org/officeDocument/2006/relationships/image" Target="../media/ppt_169c236ef35b6713.jpg"/>
  <Relationship Id="rId8" Type="http://schemas.openxmlformats.org/officeDocument/2006/relationships/image" Target="../media/ppt_169c236ef412e714.jpg"/>
  <Relationship Id="rId9" Type="http://schemas.openxmlformats.org/officeDocument/2006/relationships/image" Target="../media/ppt_169c236ef4959215.jpg"/>
  <Relationship Id="rId10" Type="http://schemas.openxmlformats.org/officeDocument/2006/relationships/image" Target="../media/ppt_169c236ef50dcc.svg16.png"/>
  <Relationship Id="rId11" Type="http://schemas.openxmlformats.org/officeDocument/2006/relationships/image" Target="../media/ppt_169c236ef6845c.svg17.png"/>
  <Relationship Id="rId12" Type="http://schemas.openxmlformats.org/officeDocument/2006/relationships/image" Target="../media/ppt_169c236ef74169.svg18.png"/>
  <Relationship Id="rId13" Type="http://schemas.openxmlformats.org/officeDocument/2006/relationships/image" Target="../media/ppt_169c236ef81e01.svg19.png"/>
  <Relationship Id="rId14" Type="http://schemas.openxmlformats.org/officeDocument/2006/relationships/image" Target="../media/ppt_169c236ef50dcc.svg20.png"/>
  <Relationship Id="rId15" Type="http://schemas.openxmlformats.org/officeDocument/2006/relationships/image" Target="../media/ppt_169c236ef74169.svg21.png"/>
  <Relationship Id="rId16" Type="http://schemas.openxmlformats.org/officeDocument/2006/relationships/image" Target="../media/ppt_169c236ef81e01.svg22.png"/>
  <Relationship Id="rId17" Type="http://schemas.openxmlformats.org/officeDocument/2006/relationships/image" Target="../media/ppt_169c236ef50dcc.svg23.png"/>
  <Relationship Id="rId18" Type="http://schemas.openxmlformats.org/officeDocument/2006/relationships/image" Target="../media/ppt_169c236ef8f045.svg24.png"/>
  <Relationship Id="rId19" Type="http://schemas.openxmlformats.org/officeDocument/2006/relationships/image" Target="../media/ppt_169c236ef9e38a.svg25.png"/>
  <Relationship Id="rId20" Type="http://schemas.openxmlformats.org/officeDocument/2006/relationships/hyperlink" Target="https://www.oliverinc.co.jp/products/detail?id=STWH826APWHSLWH826LO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8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826/S・LW-H826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85750" y="571500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ショートミーティングやモバイルワークに適した五角形デスク。
視線が重ならず、空間にリズムを生む形状で、機能性とインテリア性を兼ね備えています。]]></a:t>
            </a:r>
          </a:p>
        </p:txBody>
      </p:sp>
      <p:pic>
        <p:nvPicPr>
          <p:cNvPr id="4" name="Product Imag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333500"/>
            <a:ext cx="2095500" cy="1524000"/>
          </a:xfrm>
          <a:prstGeom prst="rect">
            <a:avLst/>
          </a:prstGeom>
          <a:noFill/>
        </p:spPr>
      </p:pic>
      <p:pic>
        <p:nvPicPr>
          <p:cNvPr id="6" name="Product Image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33500"/>
            <a:ext cx="2085975" cy="1390650"/>
          </a:xfrm>
          <a:prstGeom prst="rect">
            <a:avLst/>
          </a:prstGeom>
          <a:noFill/>
        </p:spPr>
      </p:pic>
      <p:sp>
        <p:nvSpPr>
          <p:cNvPr id="7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（プランターなし・PWH・ロータイプ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9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826・A・PWH/S・LW-H826・LO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PWH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200・D1180・H72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9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articular Point Image 1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11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天板には埋め込み電源を2つ完備しています。※埋込み電源 S・OA-H819をセットでご注文ください。]]></a:t>
            </a:r>
          </a:p>
        </p:txBody>
      </p:sp>
      <p:pic>
        <p:nvPicPr>
          <p:cNvPr id="12" name="Particular Point Image 2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625" y="4191000"/>
            <a:ext cx="1514475" cy="1009650"/>
          </a:xfrm>
          <a:prstGeom prst="rect">
            <a:avLst/>
          </a:prstGeom>
          <a:noFill/>
        </p:spPr>
      </p:pic>
      <p:sp>
        <p:nvSpPr>
          <p:cNvPr id="13" name=""/>
          <p:cNvSpPr txBox="1"/>
          <p:nvPr/>
        </p:nvSpPr>
        <p:spPr>
          <a:xfrm>
            <a:off x="5762625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張りぐるみのラウンド形状が特徴的なデザイン。空間に合わせて張地の色を変更することが可能です。]]></a:t>
            </a:r>
          </a:p>
        </p:txBody>
      </p:sp>
      <p:pic>
        <p:nvPicPr>
          <p:cNvPr id="14" name="Particular Point Image 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0" y="4191000"/>
            <a:ext cx="1514475" cy="1009650"/>
          </a:xfrm>
          <a:prstGeom prst="rect">
            <a:avLst/>
          </a:prstGeom>
          <a:noFill/>
        </p:spPr>
      </p:pic>
      <p:sp>
        <p:nvSpPr>
          <p:cNvPr id="15" name=""/>
          <p:cNvSpPr txBox="1"/>
          <p:nvPr/>
        </p:nvSpPr>
        <p:spPr>
          <a:xfrm>
            <a:off x="733425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座りながら業務をしたり、立ってミーティングをするなど、ハイタイプ・ロータイプを組み合わせて置くことで、空間にリズムが生まれます。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1619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0C0C0C">
                    <a:alpha val="100000"/>
                  </a:srgbClr>
                </a:solidFill>
                <a:latin typeface="Yu Gothic"/>
              </a:rPr>
              <a:t><![CDATA[詳細スペック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" y="209550"/>
            <a:ext cx="3810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826/S・LW-H826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85750" y="523875"/>
            <a:ext cx="6667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B12704">
                    <a:alpha val="100000"/>
                  </a:srgbClr>
                </a:solidFill>
                <a:latin typeface="Yu Gothic"/>
              </a:rPr>
              <a:t><![CDATA[※必ず以下のセットでご注文ください]]></a:t>
            </a:r>
          </a:p>
        </p:txBody>
      </p:sp>
      <p:pic>
        <p:nvPicPr>
          <p:cNvPr id="5" name="Product Image 4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85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天板（プランターなし・PWH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TW-H826・A・PWH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TNA・TBR・OM・OV・WNV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200・D1180・t2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23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天板：天然木突板・ウレタン塗装/メラミン化粧板
木口：天然木突板・ウレタン塗装/樹脂エッジ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必ず脚(S･LW-H826)・埋込み電源(S･OA-H819×2)と天板の3点セットでご注文ください。]]></a:t>
            </a:r>
          </a:p>
        </p:txBody>
      </p:sp>
      <p:pic>
        <p:nvPicPr>
          <p:cNvPr id="7" name="Color Chip 1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781175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781175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781175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1781175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1781175"/>
            <a:ext cx="142875" cy="142875"/>
          </a:xfrm>
          <a:prstGeom prst="rect">
            <a:avLst/>
          </a:prstGeom>
          <a:noFill/>
        </p:spPr>
      </p:pic>
      <p:pic>
        <p:nvPicPr>
          <p:cNvPr id="12" name="Color Chip 6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75" y="1781175"/>
            <a:ext cx="142875" cy="142875"/>
          </a:xfrm>
          <a:prstGeom prst="rect">
            <a:avLst/>
          </a:prstGeom>
          <a:noFill/>
        </p:spPr>
      </p:pic>
      <p:pic>
        <p:nvPicPr>
          <p:cNvPr id="13" name="Color Chip 7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1781175"/>
            <a:ext cx="142875" cy="142875"/>
          </a:xfrm>
          <a:prstGeom prst="rect">
            <a:avLst/>
          </a:prstGeom>
          <a:noFill/>
        </p:spPr>
      </p:pic>
      <p:pic>
        <p:nvPicPr>
          <p:cNvPr id="14" name="Mark 1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2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3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209925"/>
            <a:ext cx="171450" cy="171450"/>
          </a:xfrm>
          <a:prstGeom prst="rect">
            <a:avLst/>
          </a:prstGeom>
          <a:noFill/>
        </p:spPr>
      </p:pic>
      <p:pic>
        <p:nvPicPr>
          <p:cNvPr id="17" name="Mark 4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3209925"/>
            <a:ext cx="171450" cy="171450"/>
          </a:xfrm>
          <a:prstGeom prst="rect">
            <a:avLst/>
          </a:prstGeom>
          <a:noFill/>
        </p:spPr>
      </p:pic>
      <p:sp>
        <p:nvSpPr>
          <p:cNvPr id="18" name=""/>
          <p:cNvSpPr txBox="1"/>
          <p:nvPr/>
        </p:nvSpPr>
        <p:spPr>
          <a:xfrm>
            <a:off x="3190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脚（ロータイプ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LW-H826・LO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830・D83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40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必ず天板(S･TW-H826)・埋込み電源(S･OA-H819)と脚の3点セットでご注文ください。
※下部張地は汚れ防止のためレザー推奨です。]]></a:t>
            </a:r>
          </a:p>
        </p:txBody>
      </p:sp>
      <p:pic>
        <p:nvPicPr>
          <p:cNvPr id="19" name="Mark 5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86125" y="3209925"/>
            <a:ext cx="171450" cy="171450"/>
          </a:xfrm>
          <a:prstGeom prst="rect">
            <a:avLst/>
          </a:prstGeom>
          <a:noFill/>
        </p:spPr>
      </p:pic>
      <p:pic>
        <p:nvPicPr>
          <p:cNvPr id="20" name="Mark 6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6625" y="3209925"/>
            <a:ext cx="171450" cy="171450"/>
          </a:xfrm>
          <a:prstGeom prst="rect">
            <a:avLst/>
          </a:prstGeom>
          <a:noFill/>
        </p:spPr>
      </p:pic>
      <p:pic>
        <p:nvPicPr>
          <p:cNvPr id="21" name="Mark 7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67125" y="3209925"/>
            <a:ext cx="171450" cy="171450"/>
          </a:xfrm>
          <a:prstGeom prst="rect">
            <a:avLst/>
          </a:prstGeom>
          <a:noFill/>
        </p:spPr>
      </p:pic>
      <p:sp>
        <p:nvSpPr>
          <p:cNvPr id="22" name=""/>
          <p:cNvSpPr txBox="1"/>
          <p:nvPr/>
        </p:nvSpPr>
        <p:spPr>
          <a:xfrm>
            <a:off x="609600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埋込み電源(AC・USB Type-C)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OA-H819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87・D30・H63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0.6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プレート部厚み：3mm
本体：ABS
コンセント：AC100V 1口
USB Type-Cポート：出力最大100W 1口
コード長さ：2m
付属：USB Type-C用ACアダプタ（72×72×30mm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コンセント：AC100V　1口
USB Type-Cポート：出力最大100W　1口
コード長さ：2m
※付属：USB Type-C用アダプタ(72×72×30mm)]]></a:t>
            </a:r>
          </a:p>
        </p:txBody>
      </p:sp>
      <p:pic>
        <p:nvPicPr>
          <p:cNvPr id="23" name="Mark 8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1250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9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1750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10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0" y="3209925"/>
            <a:ext cx="171450" cy="17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43">
  <a:themeElements>
    <a:clrScheme name="Theme4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2026-03-24T07:02:06Z</dcterms:created>
  <dcterms:modified xsi:type="dcterms:W3CDTF">2026-03-24T07:02:06Z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