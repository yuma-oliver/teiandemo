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290119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bb55f670986.svg2.png"/>
  <Relationship Id="rId3" Type="http://schemas.openxmlformats.org/officeDocument/2006/relationships/image" Target="../media/ppt_169bb55f6907013.jpg"/>
  <Relationship Id="rId4" Type="http://schemas.openxmlformats.org/officeDocument/2006/relationships/image" Target="../media/ppt_169bb55f6a789c4.jpg"/>
  <Relationship Id="rId5" Type="http://schemas.openxmlformats.org/officeDocument/2006/relationships/image" Target="../media/ppt_169bb55f6c54e65.jpg"/>
  <Relationship Id="rId6" Type="http://schemas.openxmlformats.org/officeDocument/2006/relationships/image" Target="../media/ppt_169bb55f6da7a06.jpg"/>
  <Relationship Id="rId7" Type="http://schemas.openxmlformats.org/officeDocument/2006/relationships/image" Target="../media/ppt_169bb55f6e3a087.jpg"/>
  <Relationship Id="rId8" Type="http://schemas.openxmlformats.org/officeDocument/2006/relationships/image" Target="../media/ppt_169bb55f701d9b8.jpg"/>
  <Relationship Id="rId9" Type="http://schemas.openxmlformats.org/officeDocument/2006/relationships/image" Target="../media/ppt_169bb55f7164289.jpg"/>
  <Relationship Id="rId10" Type="http://schemas.openxmlformats.org/officeDocument/2006/relationships/hyperlink" Target="https://www.oliverinc.co.jp/products/detail?id=SCUA160ACBOKCBK" TargetMode="External"/>
  <Relationship Id="rId11" Type="http://schemas.openxmlformats.org/officeDocument/2006/relationships/hyperlink" Target="https://www.oliverinc.co.jp/products/detail?id=SCUA160ACBOKCBK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U-A160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5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33500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1333500"/>
            <a:ext cx="2095500" cy="1571625"/>
          </a:xfrm>
          <a:prstGeom prst="rect">
            <a:avLst/>
          </a:prstGeom>
          <a:noFill/>
        </p:spPr>
      </p:pic>
      <p:sp>
        <p:nvSpPr>
          <p:cNvPr id="8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アウトドアチェア（ラウンジ・屋外用・BK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U-A160・AC・B・OKC・BK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BE・GP・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610・D650・H825・SH43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4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主材：PPロープ・φ22アルミパイプ・粉体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]]></a:t>
            </a:r>
          </a:p>
        </p:txBody>
      </p:sp>
      <p:pic>
        <p:nvPicPr>
          <p:cNvPr id="9" name="Color Chip 1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4686300"/>
            <a:ext cx="142875" cy="142875"/>
          </a:xfrm>
          <a:prstGeom prst="rect">
            <a:avLst/>
          </a:prstGeom>
          <a:noFill/>
        </p:spPr>
      </p:pic>
      <p:sp>
        <p:nvSpPr>
          <p:cNvPr id="11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12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ハンモックのような快適な座り心地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5">
  <a:themeElements>
    <a:clrScheme name="Theme6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2026-03-19T01:48:38Z</dcterms:created>
  <dcterms:modified xsi:type="dcterms:W3CDTF">2026-03-19T01:48:38Z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