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117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ED49A-E083-79DC-FD01-7ECC3246935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F43B60F-B9F0-DFA1-6749-2BB6DD1078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1E706F3-DFAC-F86E-2157-35C97B380ADE}"/>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284F222E-94EB-B49C-5A22-B2B29DEF1A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EF4594C-4FFE-6777-0FA8-5FE8008F4D06}"/>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1799791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A213F9-996C-E7F8-27DE-70743C7A1D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44C40EB-5331-BBB9-1604-F52D064CFCB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C840CF4-C5AF-9A20-BC30-7F52BAA394F3}"/>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9F51C72E-DF5F-AF12-A360-1A6096AD2B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092FF-643C-28F9-73D1-981CE2D3D34B}"/>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518473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D09F40-8F58-C6A0-7179-9CC465482B7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C7F240A-9CC8-8836-71B6-2F24641A04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C8139DC-60E3-AA04-7C46-F27ED0384614}"/>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273278FD-B09E-BB72-A4D0-D2846EA9D5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C40875-A7C4-AE17-9068-CA801294DED1}"/>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982157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9291E-68C6-50E5-52EC-9835E9C4197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2F74E32-9445-DE51-84FC-FAA8DEB7C05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BB7D25D-44CF-33CA-8CB2-745AE89A05F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A93FBD7-23FA-F0CD-E5C7-7E4F6244AA0E}"/>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AA7DB30C-87C4-1D5C-7340-F2073AE737D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D1AF5BA-AE5F-CE61-8B5C-1585C728A271}"/>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13664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C1F46F-F8F1-C61D-92C0-8C86FF50AC0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B30A12-4DD0-B22B-11E0-2E55C6C17E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6E0299F-AA37-0F98-A044-7D19E22B9D1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699EFFB-5F1F-B8E5-FED2-82BBFC2D06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87FC6C7-ED38-6C00-7DF6-3010B3C0CB4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EF43CA5-E3B1-C41E-A12E-4212CA4B01C4}"/>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E8C704D9-D7D1-1E15-5D67-81E02168748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C6E43E4-AFEF-30BC-14A3-74A31330F87B}"/>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137599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F428AA-67EE-FE39-3630-2F9C9EBECFD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8707C13-7DFD-34EF-5B99-03A8CE6868E6}"/>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A621553C-90E8-42E0-64BF-1FA3359EFBB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CDE6558-A2FE-9A10-9D96-B7E0A6823D51}"/>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95778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D6AB1D2-46FB-2B1A-6195-C40829937408}"/>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3" name="フッター プレースホルダー 2">
            <a:extLst>
              <a:ext uri="{FF2B5EF4-FFF2-40B4-BE49-F238E27FC236}">
                <a16:creationId xmlns:a16="http://schemas.microsoft.com/office/drawing/2014/main" id="{0375E64A-6AEF-B2FF-8426-539EC19575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B80C089-4097-3F87-C436-DEE37AB02F4A}"/>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255415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30633F-2097-99E2-A1C8-C15C358E854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A8C8417-2A61-535D-03C5-7BACD14F67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FFC1CC1-5713-7F87-328E-018A660B0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189358-0A16-76A6-8DC7-A1B179E2F7D4}"/>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A0E6725C-F943-7B9A-440B-E32C2D702B6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B60CDFC-898B-0CAA-4D23-C7F0AED02531}"/>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2791478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7AE74E-1116-1396-D4D7-B15D0AA1F6F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AF6D947-0882-02C1-6BE6-2BB10F457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8AABD37-E4B6-D0D8-DF07-17FE7B5B2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69B5F5F-400E-6204-0C6C-2744868ABBA3}"/>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6C8247CF-2BCA-7406-6770-0E86D35A8B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A4FCEB4-B9A5-6E56-E848-C1C45C8EDDB8}"/>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403053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BF6993-3D51-3466-9FFF-99B69301D58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D56C1F-6E20-C6B5-3A1C-A4DE58B882B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AAABBF-094B-09D4-E648-E5339478F2DD}"/>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D4E81651-A5A2-3A1B-731B-AF52FD28F8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EB66CC-FA6B-97B3-F9FF-E1F691197F08}"/>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2378236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963EC34-778B-CB81-000B-EC7D59B5D99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0B660E5-0178-58D5-302D-C1A87810F30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E021F0-F629-87D2-1406-5AC7716BFC2F}"/>
              </a:ext>
            </a:extLst>
          </p:cNvPr>
          <p:cNvSpPr>
            <a:spLocks noGrp="1"/>
          </p:cNvSpPr>
          <p:nvPr>
            <p:ph type="dt" sz="half" idx="10"/>
          </p:nvPr>
        </p:nvSpPr>
        <p:spPr/>
        <p:txBody>
          <a:body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9404BCFF-9A36-9D16-83AF-96676476E7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E8752B-46CC-592B-BDE5-46A10B64C26C}"/>
              </a:ext>
            </a:extLst>
          </p:cNvPr>
          <p:cNvSpPr>
            <a:spLocks noGrp="1"/>
          </p:cNvSpPr>
          <p:nvPr>
            <p:ph type="sldNum" sz="quarter" idx="12"/>
          </p:nvPr>
        </p:nvSpPr>
        <p:spPr/>
        <p:txBody>
          <a:body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3161973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2381915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D79EC7-D2F0-94D5-E5E7-9CD402F033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1F8930-22CE-9ECE-27C9-A7C1382AF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EA51AC4-BC20-C339-EFE5-1EBCB274D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353E37-F5D5-4B5A-8208-28FC0E7A5703}"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012384C7-D7A2-3CC8-B2A0-D595ADE92B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9E21304-54A7-345B-C737-CA6DD6298B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A96041-6A20-4BD8-8080-FB17E80AAFF9}" type="slidenum">
              <a:rPr kumimoji="1" lang="ja-JP" altLang="en-US" smtClean="0"/>
              <a:t>‹#›</a:t>
            </a:fld>
            <a:endParaRPr kumimoji="1" lang="ja-JP" altLang="en-US"/>
          </a:p>
        </p:txBody>
      </p:sp>
    </p:spTree>
    <p:extLst>
      <p:ext uri="{BB962C8B-B14F-4D97-AF65-F5344CB8AC3E}">
        <p14:creationId xmlns:p14="http://schemas.microsoft.com/office/powerpoint/2010/main" val="3741117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21" Type="http://schemas.openxmlformats.org/officeDocument/2006/relationships/image" Target="../media/image20.jpg"/><Relationship Id="rId7" Type="http://schemas.openxmlformats.org/officeDocument/2006/relationships/image" Target="../media/image6.jp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hyperlink" Target="https://www.oliverinc.co.jp/products/detail?id=SCNH802ACLOBE" TargetMode="External"/><Relationship Id="rId16" Type="http://schemas.openxmlformats.org/officeDocument/2006/relationships/image" Target="../media/image15.jpg"/><Relationship Id="rId20" Type="http://schemas.openxmlformats.org/officeDocument/2006/relationships/image" Target="../media/image19.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19"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 Id="rId22" Type="http://schemas.openxmlformats.org/officeDocument/2006/relationships/image" Target="../media/image21.jpg"/></Relationships>
</file>

<file path=ppt/slides/_rels/slide2.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4.png"/><Relationship Id="rId9" Type="http://schemas.openxmlformats.org/officeDocument/2006/relationships/image" Target="../media/image20.jpg"/></Relationships>
</file>

<file path=ppt/slides/_rels/slide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12" Type="http://schemas.openxmlformats.org/officeDocument/2006/relationships/image" Target="../media/image3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32.jpg"/><Relationship Id="rId11" Type="http://schemas.openxmlformats.org/officeDocument/2006/relationships/image" Target="../media/image37.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4.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3.png"/><Relationship Id="rId3" Type="http://schemas.openxmlformats.org/officeDocument/2006/relationships/image" Target="../media/image29.jpg"/><Relationship Id="rId7" Type="http://schemas.openxmlformats.org/officeDocument/2006/relationships/image" Target="../media/image35.jpg"/><Relationship Id="rId12" Type="http://schemas.openxmlformats.org/officeDocument/2006/relationships/image" Target="../media/image3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20.jpg"/><Relationship Id="rId1" Type="http://schemas.openxmlformats.org/officeDocument/2006/relationships/slideLayout" Target="../slideLayouts/slideLayout12.xml"/><Relationship Id="rId6" Type="http://schemas.openxmlformats.org/officeDocument/2006/relationships/image" Target="../media/image34.jpg"/><Relationship Id="rId11" Type="http://schemas.openxmlformats.org/officeDocument/2006/relationships/image" Target="../media/image5.png"/><Relationship Id="rId5" Type="http://schemas.openxmlformats.org/officeDocument/2006/relationships/image" Target="../media/image33.jpg"/><Relationship Id="rId15" Type="http://schemas.openxmlformats.org/officeDocument/2006/relationships/image" Target="../media/image40.pn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7.jpg"/><Relationship Id="rId18" Type="http://schemas.openxmlformats.org/officeDocument/2006/relationships/image" Target="../media/image51.jpg"/><Relationship Id="rId3" Type="http://schemas.openxmlformats.org/officeDocument/2006/relationships/image" Target="../media/image41.png"/><Relationship Id="rId21" Type="http://schemas.openxmlformats.org/officeDocument/2006/relationships/image" Target="../media/image54.jpg"/><Relationship Id="rId7" Type="http://schemas.openxmlformats.org/officeDocument/2006/relationships/image" Target="../media/image4.png"/><Relationship Id="rId12" Type="http://schemas.openxmlformats.org/officeDocument/2006/relationships/image" Target="../media/image46.jpg"/><Relationship Id="rId17" Type="http://schemas.openxmlformats.org/officeDocument/2006/relationships/image" Target="../media/image50.jpg"/><Relationship Id="rId2" Type="http://schemas.openxmlformats.org/officeDocument/2006/relationships/hyperlink" Target="https://www.oliverinc.co.jp/products/detail?id=SCN70MACBK" TargetMode="External"/><Relationship Id="rId16" Type="http://schemas.openxmlformats.org/officeDocument/2006/relationships/image" Target="../media/image20.jpg"/><Relationship Id="rId20" Type="http://schemas.openxmlformats.org/officeDocument/2006/relationships/image" Target="../media/image53.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5.jpg"/><Relationship Id="rId5" Type="http://schemas.openxmlformats.org/officeDocument/2006/relationships/image" Target="../media/image22.png"/><Relationship Id="rId15" Type="http://schemas.openxmlformats.org/officeDocument/2006/relationships/image" Target="../media/image49.jpg"/><Relationship Id="rId10" Type="http://schemas.openxmlformats.org/officeDocument/2006/relationships/image" Target="../media/image44.jpg"/><Relationship Id="rId19" Type="http://schemas.openxmlformats.org/officeDocument/2006/relationships/image" Target="../media/image52.jpg"/><Relationship Id="rId4" Type="http://schemas.openxmlformats.org/officeDocument/2006/relationships/image" Target="../media/image42.png"/><Relationship Id="rId9" Type="http://schemas.openxmlformats.org/officeDocument/2006/relationships/image" Target="../media/image43.jpg"/><Relationship Id="rId1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3635477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915421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413230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680286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242363508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2026-04-01T04:05:30Z</dcterms:created>
  <dcterms:modified xsi:type="dcterms:W3CDTF">2026-04-01T04:05:30Z</dcterms:modified>
</cp:coreProperties>
</file>