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96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cef173b.svg2.png"/>
  <Relationship Id="rId3" Type="http://schemas.openxmlformats.org/officeDocument/2006/relationships/image" Target="../media/ppt_169c236cf0a21c.svg3.png"/>
  <Relationship Id="rId4" Type="http://schemas.openxmlformats.org/officeDocument/2006/relationships/image" Target="../media/ppt_169c236cf16a96.svg4.png"/>
  <Relationship Id="rId5" Type="http://schemas.openxmlformats.org/officeDocument/2006/relationships/image" Target="../media/ppt_169c236cf3504e5.jpg"/>
  <Relationship Id="rId6" Type="http://schemas.openxmlformats.org/officeDocument/2006/relationships/image" Target="../media/ppt_169c236cf446576.jpg"/>
  <Relationship Id="rId7" Type="http://schemas.openxmlformats.org/officeDocument/2006/relationships/image" Target="../media/ppt_169c236cf4f42b7.jpg"/>
  <Relationship Id="rId8" Type="http://schemas.openxmlformats.org/officeDocument/2006/relationships/image" Target="../media/ppt_169c236cf661d18.jpg"/>
  <Relationship Id="rId9" Type="http://schemas.openxmlformats.org/officeDocument/2006/relationships/image" Target="../media/ppt_169c236cf7b4c69.jpg"/>
  <Relationship Id="rId10" Type="http://schemas.openxmlformats.org/officeDocument/2006/relationships/image" Target="../media/ppt_169c236cf8cec010.jpg"/>
  <Relationship Id="rId11" Type="http://schemas.openxmlformats.org/officeDocument/2006/relationships/image" Target="../media/ppt_169c236cf9783811.jpg"/>
  <Relationship Id="rId12" Type="http://schemas.openxmlformats.org/officeDocument/2006/relationships/image" Target="../media/ppt_169c236cfacced12.jpg"/>
  <Relationship Id="rId13" Type="http://schemas.openxmlformats.org/officeDocument/2006/relationships/image" Target="../media/ppt_169c236cfc68ed13.jpg"/>
  <Relationship Id="rId14" Type="http://schemas.openxmlformats.org/officeDocument/2006/relationships/hyperlink" Target="https://www.oliverinc.co.jp/products/detail?id=STM3400ABLOV" TargetMode="External"/>
  <Relationship Id="rId15" Type="http://schemas.openxmlformats.org/officeDocument/2006/relationships/hyperlink" Target="https://www.oliverinc.co.jp/products/detail?id=STM3400ABLOV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2524125" y="190500"/>
          <a:ext cx="8858250" cy="6477000"/>
          <a:chOff x="-2524125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4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M-3400A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7" name="Product Image 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1333500"/>
            <a:ext cx="2095500" cy="1390650"/>
          </a:xfrm>
          <a:prstGeom prst="rect">
            <a:avLst/>
          </a:prstGeom>
          <a:noFill/>
        </p:spPr>
      </p:pic>
      <p:pic>
        <p:nvPicPr>
          <p:cNvPr id="8" name="Product Image 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333500"/>
            <a:ext cx="2095500" cy="1447800"/>
          </a:xfrm>
          <a:prstGeom prst="rect">
            <a:avLst/>
          </a:prstGeom>
          <a:noFill/>
        </p:spPr>
      </p:pic>
      <p:pic>
        <p:nvPicPr>
          <p:cNvPr id="9" name="Product Image 4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1333500"/>
            <a:ext cx="2085975" cy="1409700"/>
          </a:xfrm>
          <a:prstGeom prst="rect">
            <a:avLst/>
          </a:prstGeom>
          <a:noFill/>
        </p:spPr>
      </p:pic>
      <p:pic>
        <p:nvPicPr>
          <p:cNvPr id="10" name="Product Image 5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428750" y="238125"/>
            <a:ext cx="1047750" cy="781050"/>
          </a:xfrm>
          <a:prstGeom prst="rect">
            <a:avLst/>
          </a:prstGeom>
          <a:noFill/>
        </p:spPr>
      </p:pic>
      <p:pic>
        <p:nvPicPr>
          <p:cNvPr id="11" name="Product Image 6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524125" y="238125"/>
            <a:ext cx="1047750" cy="704850"/>
          </a:xfrm>
          <a:prstGeom prst="rect">
            <a:avLst/>
          </a:prstGeom>
          <a:noFill/>
        </p:spPr>
      </p:pic>
      <p:sp>
        <p:nvSpPr>
          <p:cNvPr id="12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ミーティングテーブル（OV・BL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5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M-3400A・BL・OV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BL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200・D1200・H72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40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ヴィンテージオーク突板・ウレタン塗装
木口：ヴィンテージオーク・ウレタン塗装
脚：50角スチールパイプ・粉体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配線BOX付]]></a:t>
            </a:r>
          </a:p>
        </p:txBody>
      </p:sp>
      <p:pic>
        <p:nvPicPr>
          <p:cNvPr id="13" name="Color Chip 1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sp>
        <p:nvSpPr>
          <p:cNvPr id="14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15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articular Point Image 1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17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キャスターロック機構・アジャスター付（2箇所）]]></a:t>
            </a:r>
          </a:p>
        </p:txBody>
      </p:sp>
      <p:pic>
        <p:nvPicPr>
          <p:cNvPr id="18" name="Particular Point Image 2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2625" y="4191000"/>
            <a:ext cx="1514475" cy="1009650"/>
          </a:xfrm>
          <a:prstGeom prst="rect">
            <a:avLst/>
          </a:prstGeom>
          <a:noFill/>
        </p:spPr>
      </p:pic>
      <p:sp>
        <p:nvSpPr>
          <p:cNvPr id="19" name=""/>
          <p:cNvSpPr txBox="1"/>
          <p:nvPr/>
        </p:nvSpPr>
        <p:spPr>
          <a:xfrm>
            <a:off x="5762625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ケーブルボックス付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0">
  <a:themeElements>
    <a:clrScheme name="Theme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2026-03-24T07:01:34Z</dcterms:created>
  <dcterms:modified xsi:type="dcterms:W3CDTF">2026-03-24T07:01:34Z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