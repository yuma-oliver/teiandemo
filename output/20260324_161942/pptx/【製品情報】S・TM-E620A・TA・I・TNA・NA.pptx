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80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2f11c6f.svg2.png"/>
  <Relationship Id="rId3" Type="http://schemas.openxmlformats.org/officeDocument/2006/relationships/image" Target="../media/ppt_169c2362f1fb97.svg3.png"/>
  <Relationship Id="rId4" Type="http://schemas.openxmlformats.org/officeDocument/2006/relationships/image" Target="../media/ppt_169c2362f3243e.svg4.png"/>
  <Relationship Id="rId5" Type="http://schemas.openxmlformats.org/officeDocument/2006/relationships/image" Target="../media/ppt_169c2362f498355.jpg"/>
  <Relationship Id="rId6" Type="http://schemas.openxmlformats.org/officeDocument/2006/relationships/image" Target="../media/ppt_169c2362f59e936.jpg"/>
  <Relationship Id="rId7" Type="http://schemas.openxmlformats.org/officeDocument/2006/relationships/image" Target="../media/ppt_169c2362f72e987.jpg"/>
  <Relationship Id="rId8" Type="http://schemas.openxmlformats.org/officeDocument/2006/relationships/image" Target="../media/ppt_169c2362f845bc8.jpg"/>
  <Relationship Id="rId9" Type="http://schemas.openxmlformats.org/officeDocument/2006/relationships/image" Target="../media/ppt_169c2362f903ca9.jpg"/>
  <Relationship Id="rId10" Type="http://schemas.openxmlformats.org/officeDocument/2006/relationships/image" Target="../media/ppt_169c2362fa465d10.jpg"/>
  <Relationship Id="rId11" Type="http://schemas.openxmlformats.org/officeDocument/2006/relationships/hyperlink" Target="https://www.oliverinc.co.jp/products/detail?id=STME620ATAITNANA" TargetMode="External"/>
  <Relationship Id="rId12" Type="http://schemas.openxmlformats.org/officeDocument/2006/relationships/hyperlink" Target="https://www.oliverinc.co.jp/products/detail?id=STME620ATAITNANA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M-E620A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7" name="Product Image 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1333500"/>
            <a:ext cx="2095500" cy="1571625"/>
          </a:xfrm>
          <a:prstGeom prst="rect">
            <a:avLst/>
          </a:prstGeom>
          <a:noFill/>
        </p:spPr>
      </p:pic>
      <p:pic>
        <p:nvPicPr>
          <p:cNvPr id="8" name="Product Image 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333500"/>
            <a:ext cx="2095500" cy="1676400"/>
          </a:xfrm>
          <a:prstGeom prst="rect">
            <a:avLst/>
          </a:prstGeom>
          <a:noFill/>
        </p:spPr>
      </p:pic>
      <p:pic>
        <p:nvPicPr>
          <p:cNvPr id="9" name="Product Image 4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1333500"/>
            <a:ext cx="2095500" cy="1676400"/>
          </a:xfrm>
          <a:prstGeom prst="rect">
            <a:avLst/>
          </a:prstGeom>
          <a:noFill/>
        </p:spPr>
      </p:pic>
      <p:sp>
        <p:nvSpPr>
          <p:cNvPr id="10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ミーティングテーブル（I・TNA・NA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2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M-E620A・TA・I・TNA・NA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TNA・NA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800・D900・H72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36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メラミン化粧板
脚：ビーチ材・ウレタン塗装]]></a:t>
            </a:r>
          </a:p>
        </p:txBody>
      </p:sp>
      <p:pic>
        <p:nvPicPr>
          <p:cNvPr id="11" name="Color Chip 1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sp>
        <p:nvSpPr>
          <p:cNvPr id="12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13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articular Point Image 1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5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角度のついた脚が特徴的なデザイン。シャープな舟形天板と合わせて、スタイリッシュな形状に仕上げました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2">
  <a:themeElements>
    <a:clrScheme name="Theme6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2026-03-24T06:58:54Z</dcterms:created>
  <dcterms:modified xsi:type="dcterms:W3CDTF">2026-03-24T06:58:54Z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