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presProps" Target="presProps.xml"/>
  <Relationship Id="rId5" Type="http://schemas.openxmlformats.org/officeDocument/2006/relationships/viewProps" Target="viewProps.xml"/>
  <Relationship Id="rId6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  <Relationship Id="rId2" Type="http://schemas.openxmlformats.org/officeDocument/2006/relationships/image" Target="../media/footer-logo1.png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285750" y="6619875"/>
          <a:ext cx="4438650" cy="6810375"/>
          <a:chOff x="285750" y="6619875"/>
          <a:chExt cx="4438650" cy="6810375"/>
        </a:xfrm>
      </p:grpSpPr>
      <p:pic>
        <p:nvPicPr>
          <p:cNvPr id="2" name="Footer Logo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6619875"/>
            <a:ext cx="571500" cy="190500"/>
          </a:xfrm>
          <a:prstGeom prst="rect">
            <a:avLst/>
          </a:prstGeom>
          <a:noFill/>
        </p:spPr>
      </p:pic>
      <p:sp>
        <p:nvSpPr>
          <p:cNvPr id="3" name=""/>
          <p:cNvSpPr txBox="1"/>
          <p:nvPr/>
        </p:nvSpPr>
        <p:spPr>
          <a:xfrm>
            <a:off x="904875" y="6677025"/>
            <a:ext cx="542925" cy="114300"/>
          </a:xfrm>
          <a:prstGeom prst="rect">
            <a:avLst/>
          </a:prstGeom>
          <a:solidFill>
            <a:srgbClr val="7F7F7F">
              <a:alpha val="100000"/>
            </a:srgbClr>
          </a:solidFill>
          <a:ln w="9525" cap="flat" cmpd="sng" algn="ctr">
            <a:solidFill>
              <a:srgbClr val="7F7F7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" lIns="76200" rIns="76200" tIns="9525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600" spc="0" u="none" cap="none">
                <a:solidFill>
                  <a:srgbClr val="FFFFFF">
                    <a:alpha val="100000"/>
                  </a:srgbClr>
                </a:solidFill>
                <a:latin typeface="Yu Gothic"/>
              </a:rPr>
              <a:t><![CDATA[関係者外秘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447800" y="6677025"/>
            <a:ext cx="609600" cy="114300"/>
          </a:xfrm>
          <a:prstGeom prst="rect">
            <a:avLst/>
          </a:prstGeom>
          <a:noFill/>
          <a:ln w="9525" cap="flat" cmpd="sng" algn="ctr">
            <a:solidFill>
              <a:srgbClr val="7F7F7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" lIns="76200" rIns="76200" tIns="9525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600" spc="0" u="none" cap="none">
                <a:solidFill>
                  <a:srgbClr val="7F7F7F">
                    <a:alpha val="100000"/>
                  </a:srgbClr>
                </a:solidFill>
                <a:latin typeface="Century Gothic"/>
              </a:rPr>
              <a:t><![CDATA[Confidential]]></a:t>
            </a:r>
          </a:p>
        </p:txBody>
      </p:sp>
      <p:sp>
        <p:nvSpPr>
          <p:cNvPr id="5" name=""/>
          <p:cNvSpPr txBox="1"/>
          <p:nvPr/>
        </p:nvSpPr>
        <p:spPr>
          <a:xfrm>
            <a:off x="2057400" y="6677025"/>
            <a:ext cx="2381250" cy="114300"/>
          </a:xfrm>
          <a:prstGeom prst="rect">
            <a:avLst/>
          </a:prstGeom>
          <a:noFill/>
        </p:spPr>
        <p:txBody>
          <a:bodyPr anchorCtr="0" rtlCol="0" vert="horz" bIns="9525" lIns="76200" rIns="76200" tIns="9525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600" spc="0" u="none" cap="none">
                <a:solidFill>
                  <a:srgbClr val="7F7F7F">
                    <a:alpha val="100000"/>
                  </a:srgbClr>
                </a:solidFill>
                <a:latin typeface="Century Gothic"/>
              </a:rPr>
              <a:t><![CDATA[© OLIVER CORPORATION All rights reserved.]]>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footer-logo1.png"/>
  <Relationship Id="rId3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oter Logo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6619875"/>
            <a:ext cx="571500" cy="190500"/>
          </a:xfrm>
          <a:prstGeom prst="rect">
            <a:avLst/>
          </a:prstGeom>
          <a:noFill/>
        </p:spPr>
      </p:pic>
      <p:sp>
        <p:nvSpPr>
          <p:cNvPr id="3" name=""/>
          <p:cNvSpPr txBox="1"/>
          <p:nvPr/>
        </p:nvSpPr>
        <p:spPr>
          <a:xfrm>
            <a:off x="904875" y="6677025"/>
            <a:ext cx="542925" cy="114300"/>
          </a:xfrm>
          <a:prstGeom prst="rect">
            <a:avLst/>
          </a:prstGeom>
          <a:solidFill>
            <a:srgbClr val="7F7F7F">
              <a:alpha val="100000"/>
            </a:srgbClr>
          </a:solidFill>
          <a:ln w="9525" cap="flat" cmpd="sng" algn="ctr">
            <a:solidFill>
              <a:srgbClr val="7F7F7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" lIns="76200" rIns="76200" tIns="9525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600" spc="0" u="none" cap="none">
                <a:solidFill>
                  <a:srgbClr val="FFFFFF">
                    <a:alpha val="100000"/>
                  </a:srgbClr>
                </a:solidFill>
                <a:latin typeface="Yu Gothic"/>
              </a:rPr>
              <a:t><![CDATA[関係者外秘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447800" y="6677025"/>
            <a:ext cx="609600" cy="114300"/>
          </a:xfrm>
          <a:prstGeom prst="rect">
            <a:avLst/>
          </a:prstGeom>
          <a:noFill/>
          <a:ln w="9525" cap="flat" cmpd="sng" algn="ctr">
            <a:solidFill>
              <a:srgbClr val="7F7F7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" lIns="76200" rIns="76200" tIns="9525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600" spc="0" u="none" cap="none">
                <a:solidFill>
                  <a:srgbClr val="7F7F7F">
                    <a:alpha val="100000"/>
                  </a:srgbClr>
                </a:solidFill>
                <a:latin typeface="Century Gothic"/>
              </a:rPr>
              <a:t><![CDATA[Confidential]]></a:t>
            </a:r>
          </a:p>
        </p:txBody>
      </p:sp>
      <p:sp>
        <p:nvSpPr>
          <p:cNvPr id="5" name=""/>
          <p:cNvSpPr txBox="1"/>
          <p:nvPr/>
        </p:nvSpPr>
        <p:spPr>
          <a:xfrm>
            <a:off x="2057400" y="6677025"/>
            <a:ext cx="2381250" cy="114300"/>
          </a:xfrm>
          <a:prstGeom prst="rect">
            <a:avLst/>
          </a:prstGeom>
          <a:noFill/>
        </p:spPr>
        <p:txBody>
          <a:bodyPr anchorCtr="0" rtlCol="0" vert="horz" bIns="9525" lIns="76200" rIns="76200" tIns="9525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600" spc="0" u="none" cap="none">
                <a:solidFill>
                  <a:srgbClr val="7F7F7F">
                    <a:alpha val="100000"/>
                  </a:srgbClr>
                </a:solidFill>
                <a:latin typeface="Century Gothic"/>
              </a:rPr>
              <a:t><![CDATA[© OLIVER CORPORATION All rights reserved.]]>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463351695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ppt_169c235be25788.svg2.png"/>
  <Relationship Id="rId3" Type="http://schemas.openxmlformats.org/officeDocument/2006/relationships/image" Target="../media/ppt_169c235be3828b.svg3.png"/>
  <Relationship Id="rId4" Type="http://schemas.openxmlformats.org/officeDocument/2006/relationships/image" Target="../media/ppt_169c235be589554.jpg"/>
  <Relationship Id="rId5" Type="http://schemas.openxmlformats.org/officeDocument/2006/relationships/image" Target="../media/ppt_169c235be6f3bd5.jpg"/>
  <Relationship Id="rId6" Type="http://schemas.openxmlformats.org/officeDocument/2006/relationships/image" Target="../media/ppt_169c235be8de8c6.jpg"/>
  <Relationship Id="rId7" Type="http://schemas.openxmlformats.org/officeDocument/2006/relationships/image" Target="../media/ppt_169c235beac57c7.jpg"/>
  <Relationship Id="rId8" Type="http://schemas.openxmlformats.org/officeDocument/2006/relationships/image" Target="../media/ppt_169c235bec4a058.jpg"/>
  <Relationship Id="rId9" Type="http://schemas.openxmlformats.org/officeDocument/2006/relationships/hyperlink" Target="https://www.oliverinc.co.jp/products/detail?id=SOAE608BK" TargetMode="External"/>
  <Relationship Id="rId10" Type="http://schemas.openxmlformats.org/officeDocument/2006/relationships/hyperlink" Target="https://www.oliverinc.co.jp/products/detail?id=SOAE608BK" TargetMode="Externa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285750" y="190500"/>
          <a:ext cx="8858250" cy="6477000"/>
          <a:chOff x="285750" y="190500"/>
          <a:chExt cx="8858250" cy="6477000"/>
        </a:xfrm>
      </p:grpSpPr>
      <p:sp>
        <p:nvSpPr>
          <p:cNvPr id="2" name=""/>
          <p:cNvSpPr txBox="1"/>
          <p:nvPr/>
        </p:nvSpPr>
        <p:spPr>
          <a:xfrm>
            <a:off x="285750" y="190500"/>
            <a:ext cx="571500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000" spc="0" u="sng" cap="none">
                <a:solidFill>
                  <a:srgbClr val="333333">
                    <a:alpha val="100000"/>
                  </a:srgbClr>
                </a:solidFill>
                <a:latin typeface="Century Gothic"/>
                <a:hlinkClick r:id="rId9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<![CDATA[S・OA-E608]]></a:t>
            </a:r>
          </a:p>
        </p:txBody>
      </p:sp>
      <p:pic>
        <p:nvPicPr>
          <p:cNvPr id="3" name="Mark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238125"/>
            <a:ext cx="171450" cy="171450"/>
          </a:xfrm>
          <a:prstGeom prst="rect">
            <a:avLst/>
          </a:prstGeom>
          <a:noFill/>
        </p:spPr>
      </p:pic>
      <p:pic>
        <p:nvPicPr>
          <p:cNvPr id="4" name="Mark 2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6300" y="238125"/>
            <a:ext cx="171450" cy="171450"/>
          </a:xfrm>
          <a:prstGeom prst="rect">
            <a:avLst/>
          </a:prstGeom>
          <a:noFill/>
        </p:spPr>
      </p:pic>
      <p:pic>
        <p:nvPicPr>
          <p:cNvPr id="5" name="Product Image 1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1333500"/>
            <a:ext cx="2095500" cy="2095500"/>
          </a:xfrm>
          <a:prstGeom prst="rect">
            <a:avLst/>
          </a:prstGeom>
          <a:noFill/>
        </p:spPr>
      </p:pic>
      <p:pic>
        <p:nvPicPr>
          <p:cNvPr id="6" name="Product Image 2" descr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8875" y="1333500"/>
            <a:ext cx="2095500" cy="1676400"/>
          </a:xfrm>
          <a:prstGeom prst="rect">
            <a:avLst/>
          </a:prstGeom>
          <a:noFill/>
        </p:spPr>
      </p:pic>
      <p:pic>
        <p:nvPicPr>
          <p:cNvPr id="7" name="Product Image 3" descr="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1333500"/>
            <a:ext cx="2095500" cy="1571625"/>
          </a:xfrm>
          <a:prstGeom prst="rect">
            <a:avLst/>
          </a:prstGeom>
          <a:noFill/>
        </p:spPr>
      </p:pic>
      <p:sp>
        <p:nvSpPr>
          <p:cNvPr id="8" name=""/>
          <p:cNvSpPr txBox="1"/>
          <p:nvPr/>
        </p:nvSpPr>
        <p:spPr>
          <a:xfrm>
            <a:off x="285750" y="3810000"/>
            <a:ext cx="3810000" cy="2667000"/>
          </a:xfrm>
          <a:prstGeom prst="rect">
            <a:avLst/>
          </a:prstGeom>
          <a:solidFill>
            <a:srgbClr val="F7F7F7">
              <a:alpha val="100000"/>
            </a:srgbClr>
          </a:solidFill>
        </p:spPr>
        <p:txBody>
          <a:bodyPr anchorCtr="0" rtlCol="0" vert="horz" bIns="238125" lIns="171450" rIns="171450" tIns="238125">
            <a:no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モニタースタンド（BK）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sng" cap="none">
                <a:solidFill>
                  <a:srgbClr val="333333">
                    <a:alpha val="100000"/>
                  </a:srgbClr>
                </a:solidFill>
                <a:latin typeface="Century Gothic"/>
                <a:hlinkClick r:id="rId10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<![CDATA[S・OA-E608・BK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/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カラーバリエーション：BK
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サイズ(mm)：W1500・D720・H1670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質量：18.3kg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素材：フレーム：φ25.4スチールパイプ・粉体塗装（ブラック）
キャスター：φ75ナイロン双輪キャスター（ストッパー付）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800" spc="0" u="none" cap="none">
                <a:solidFill>
                  <a:srgbClr val="7F7F7F">
                    <a:alpha val="100000"/>
                  </a:srgbClr>
                </a:solidFill>
                <a:latin typeface="Yu Gothic"/>
              </a:rPr>
              <a:t><![CDATA[
※TV：60型・45kg以下対応、モニター取付金具付
※レザー張り対応不可
※モニター背面形状や端子位置によって、一部取付けできない機種があります。]]></a:t>
            </a:r>
          </a:p>
        </p:txBody>
      </p:sp>
      <p:pic>
        <p:nvPicPr>
          <p:cNvPr id="9" name="Color Chip 1" descr="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725" y="4686300"/>
            <a:ext cx="142875" cy="142875"/>
          </a:xfrm>
          <a:prstGeom prst="rect">
            <a:avLst/>
          </a:prstGeom>
          <a:noFill/>
        </p:spPr>
      </p:pic>
      <p:sp>
        <p:nvSpPr>
          <p:cNvPr id="10" name=""/>
          <p:cNvSpPr txBox="1"/>
          <p:nvPr/>
        </p:nvSpPr>
        <p:spPr>
          <a:xfrm>
            <a:off x="4191000" y="3810000"/>
            <a:ext cx="952500" cy="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600" spc="0" u="none" cap="none">
                <a:solidFill>
                  <a:srgbClr val="333333">
                    <a:alpha val="100000"/>
                  </a:srgbClr>
                </a:solidFill>
                <a:latin typeface="Century Gothic"/>
              </a:rPr>
              <a:t><![CDATA[Point]]></a:t>
            </a:r>
          </a:p>
        </p:txBody>
      </p:sp>
      <p:cxnSp>
        <p:nvCxnSpPr>
          <p:cNvPr id="11" name=""/>
          <p:cNvCxnSpPr/>
          <p:nvPr/>
        </p:nvCxnSpPr>
        <p:spPr>
          <a:xfrm>
            <a:off x="4191000" y="4095750"/>
            <a:ext cx="4667250" cy="9525"/>
          </a:xfrm>
          <a:prstGeom prst="line">
            <a:avLst/>
          </a:prstGeom>
          <a:ln w="9525" cap="flat" cmpd="sng" algn="ctr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Particular Point Image 1" descr="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91000" y="4191000"/>
            <a:ext cx="1514475" cy="1009650"/>
          </a:xfrm>
          <a:prstGeom prst="rect">
            <a:avLst/>
          </a:prstGeom>
          <a:noFill/>
        </p:spPr>
      </p:pic>
      <p:sp>
        <p:nvSpPr>
          <p:cNvPr id="13" name=""/>
          <p:cNvSpPr txBox="1"/>
          <p:nvPr/>
        </p:nvSpPr>
        <p:spPr>
          <a:xfrm>
            <a:off x="4191000" y="5295900"/>
            <a:ext cx="1524000" cy="762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キャスター付きで、オフィス内を自由に動かすことが可能です。※使用時はキャスターをロックしてご使用ください。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85">
  <a:themeElements>
    <a:clrScheme name="Theme85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85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85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2026-03-24T06:57:01Z</dcterms:created>
  <dcterms:modified xsi:type="dcterms:W3CDTF">2026-03-24T06:57:01Z</dcterms:modified>
  <dc:title>Untitled Presentation</dc:title>
  <dc:description/>
  <dc:subject/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