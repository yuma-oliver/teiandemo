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52CEFB-B714-824D-9BF6-AF4CC4448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ED94927-FDB3-C2B4-28DB-515E058A5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BCF07D-2814-D62B-F1C9-35269DF6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8D860C-279E-3B3A-1A71-29BDA07D4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672CB6-33B8-19D3-6313-0C1A2A71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8808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D84E9-D2EC-60A1-FFEC-CBB69DD1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A5C90E-DEB7-1543-5F65-BF36D59DB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BA0435-4D23-4364-7F31-2CF5ACC9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2A0138-9617-D47B-6658-69F9F39F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4BC5C3-A0B5-02E6-7F63-699C2E83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50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0931FB-3436-EB3D-4014-76144C607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65F1BF-61F7-926D-5A59-89FC2E233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6CA489-C623-FAEE-C050-07DE4C2B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2E2ED7-294B-B850-E9BC-ECA07610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F26D45-09DF-B23F-1D29-A1887023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48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58C9C7-B005-B11E-1D85-C0EFA821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7C630C-EE73-8B8A-43D9-45B2A146A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893B43-FD6E-84B9-2353-5F413483A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B1C518-88F2-1089-32CD-FFAA194AF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EF748D-CF77-3518-8EC5-7988850F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29B0F4-8B2B-6EEE-4B1A-94C10630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889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7A9D1E-6BF2-6FAB-9A9B-6E13D6F47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9B32DB-FC50-F786-EBAF-241BDFCCD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6DE609-7F95-1804-B9A7-EE229E08E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CBA1574-155A-332B-F0B7-2C6634EB3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86A48C4-7A30-2A64-CD55-B89874E26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F80E118-7450-EADC-A0F0-F4FBBE0B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5888339-842E-F788-2422-EE430BB9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1E447F0-DF52-6B3F-3F2A-7841D5DE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339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0D973F-B97F-AF42-5A6B-E0CA98522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A37A3B6-93E9-79AF-5E2B-3524760A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A48B888-0A88-DA5C-51B0-E1B471B7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82B963E-4003-CF18-C721-DF6A87AEC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06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F5A15EB-D9F0-0BD9-1D43-84CBABAD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D7B5B6-8529-D3EE-19F4-7E8FC573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65CAC4-46D1-CF00-CA2C-DD7D059BD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15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CD1209-2BF7-31D0-1256-CB059FE1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E0F318-1005-EB9A-D8A2-A2EB0FC50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E366DD-D6EC-AD2D-3310-17B0DF1ED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454778-E950-FDEC-5ACC-D80375E95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1138CE-149A-7D39-9D50-422343BA7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547E7C-1B60-25AF-49C2-35514341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72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85315C-77C3-7948-99EF-E7FCF0066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DA813CE-F33C-C651-34D0-EB1A0A86E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D75ABD-5E19-C3E3-B76E-15ADCD228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21117B-B081-426B-9791-5F27D330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848355-E673-F2DE-8EB5-5E7F3FAD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0108C-C3C2-53D7-C19B-24640116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362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58F2F6-AA57-1EA0-92E9-E6BDB110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131438-A7E4-154B-1A24-C249627D3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CFB33B-73FD-86A2-25F6-65688C57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3C27FF-105B-0F3B-1FD6-9D631DA6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34AF16-BA61-A926-8A6E-5808052E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59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DF98F52-EBC9-FFEE-2061-2E00BB68D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9F8048-E051-957B-94F6-EEADFFE08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36996E-5254-2360-E0B5-117A8BA73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08B896-B50A-68C1-FDD8-9CE448FA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4E7368-73C4-F57A-89FC-E5DAD1EB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82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4773E5-8511-C2D3-0615-4303C4765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2CF6AB-4981-16B0-0714-458D23367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A458DA-6833-3282-0658-D2785A33F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AC867-B705-4E7D-8ABD-23293188F2AC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C96ADC-6385-0839-F695-70707B6ED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722CE6-681C-B126-898F-C2228FAE1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DB6F-0191-4A05-8518-7643AF110CA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4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游ゴシック Light</vt:lpstr>
      <vt:lpstr>Arial</vt:lpstr>
      <vt:lpstr>Office テーマ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谷岡佑馬</dc:creator>
  <cp:lastModifiedBy>谷岡佑馬</cp:lastModifiedBy>
  <cp:revision>1</cp:revision>
  <dcterms:created xsi:type="dcterms:W3CDTF">2026-03-19T06:35:52Z</dcterms:created>
  <dcterms:modified xsi:type="dcterms:W3CDTF">2026-03-19T06:35:52Z</dcterms:modified>
</cp:coreProperties>
</file>