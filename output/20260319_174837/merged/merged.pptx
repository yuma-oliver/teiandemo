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623813-E48A-9670-CFED-D39C51B73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1C21953-CF68-4E9E-EFC6-7893A4354A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0C4EB5-6A9B-5DB6-F5CC-06936C20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1C0A-00BB-4136-92F5-73D01F0A8287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FBF26D-64AE-C7C8-B828-86221C071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A80EA4-B4B4-5EBE-4F7C-6506C8714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C64D-FFBA-44EC-B7A7-F739E4922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7559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C6CB42-8628-483F-D8EC-EBB265B51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BD5573-25C6-2251-6CFD-D76E1C833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145CA2-9610-4BB9-3944-6E4D70AE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1C0A-00BB-4136-92F5-73D01F0A8287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8A0B8E-CE9B-18FD-035D-A023B345C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E79042-76A9-1514-E67D-EDCC20A86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C64D-FFBA-44EC-B7A7-F739E4922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87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B54BDE-0521-7A88-21EC-576AFDBDF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18E24F-5E38-CF1C-0921-F365E3B11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AA4DB3-AE40-9071-8926-FC04BD32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1C0A-00BB-4136-92F5-73D01F0A8287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6EA6D2-F786-7928-70A8-EE53C9A42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04B0C1-7EE9-B721-62D1-18B32FBF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C64D-FFBA-44EC-B7A7-F739E4922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1623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452582-490D-486C-3D1C-175FED3BE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940249-3669-CFE3-7E5E-4E3FFAE73E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5B9616-4FD6-5F3C-6DCF-1CE69F79B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6127C1-09B8-F21D-E60A-2F61AE33A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1C0A-00BB-4136-92F5-73D01F0A8287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912056-C216-E9CD-4264-D19DC7CE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2F31D9-7068-1C61-F051-F041339A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C64D-FFBA-44EC-B7A7-F739E4922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7329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09E945-2578-B870-463A-4FC2EFC9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4F554C-8996-CE17-9F52-4B20A38E0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B018043-3A0C-63F7-DE53-D5F09217A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372C934-0600-4268-DFCA-57DD37EA6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F569E22-58B6-F9D6-1D9A-0403F6920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FDA3D60-EA16-BE90-79DE-FD2260FC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1C0A-00BB-4136-92F5-73D01F0A8287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0459DA6-A51D-9DB4-DC97-4038654F6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0BAFAF3-1643-C529-A47B-D2FD26D11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C64D-FFBA-44EC-B7A7-F739E4922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4572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6A5889-3D87-AA50-A477-4DAC86202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F25BA0F-3266-A4C8-FEA7-48DC4B218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1C0A-00BB-4136-92F5-73D01F0A8287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5E1DFF-2156-1D38-E76C-B714FD9E6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B738C9A-4FD1-8725-C334-B3D1ACEE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C64D-FFBA-44EC-B7A7-F739E4922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934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6200F1F-23A2-7DCC-9990-F5589E56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1C0A-00BB-4136-92F5-73D01F0A8287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BE311C2-FC15-42DB-F8AE-AD0BDCEB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39E822-47C0-AD06-26B0-0CE44F406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C64D-FFBA-44EC-B7A7-F739E4922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152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4B6BA9-FFC9-85A8-738C-B4C20F230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1D5381-E420-F14D-7705-0845BA01B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71028A-70B4-BC72-6830-C466D43D0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DC37AA-CDD9-3594-B00D-07CADFB0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1C0A-00BB-4136-92F5-73D01F0A8287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14C408-3204-D688-5EB7-2B118931C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FB0C65-9C2A-07B2-A111-DBFB2473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C64D-FFBA-44EC-B7A7-F739E4922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2515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8CF337-901D-968D-61CB-88905732B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D60198E-8C15-1A84-7934-82466764E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3479ED3-869C-418B-FF30-B7D33F27A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B02478-858C-0FF0-CD23-D52B5402D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1C0A-00BB-4136-92F5-73D01F0A8287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0E018FE-ECF6-6059-A073-E3223D870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123A4F-5BF6-CEF3-DEB1-65385AFC3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C64D-FFBA-44EC-B7A7-F739E4922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9968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C3734D-1B51-C4EC-7AE2-84D3378DC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F08BC86-EE75-7DCA-573F-2DF172D65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E76735-F47C-09F8-9FBE-AB08EBE47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1C0A-00BB-4136-92F5-73D01F0A8287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55A4E3-77C9-550D-986D-C1D8665CF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40C605-629C-863B-7361-7D0C62450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C64D-FFBA-44EC-B7A7-F739E4922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5155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66B8849-7757-26BE-55EF-569F7E2A55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1D822E1-E0A5-E5E8-5FEE-7BA7341CA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8A73AE-EAEA-3312-EDC0-B735082EA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1C0A-00BB-4136-92F5-73D01F0A8287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6F69ED-EA22-BA0D-6146-71EBAF56A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137ABA-7F9D-6BEF-9653-083804347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C64D-FFBA-44EC-B7A7-F739E4922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7413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619875"/>
            <a:ext cx="762000" cy="190500"/>
          </a:xfrm>
          <a:prstGeom prst="rect">
            <a:avLst/>
          </a:prstGeom>
          <a:noFill/>
        </p:spPr>
      </p:pic>
      <p:sp>
        <p:nvSpPr>
          <p:cNvPr id="3" name="テキスト ボックス 2"/>
          <p:cNvSpPr txBox="1"/>
          <p:nvPr/>
        </p:nvSpPr>
        <p:spPr>
          <a:xfrm>
            <a:off x="1206501" y="6677025"/>
            <a:ext cx="723900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FFFFFF">
                    <a:alpha val="100000"/>
                  </a:srgbClr>
                </a:solidFill>
                <a:latin typeface="Yu Gothic"/>
              </a:rPr>
              <a:t>関係者外秘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930400" y="6677025"/>
            <a:ext cx="8128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7F7F7F">
                    <a:alpha val="100000"/>
                  </a:srgbClr>
                </a:solidFill>
                <a:latin typeface="Century Gothic"/>
              </a:rPr>
              <a:t>Confidential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743200" y="6677025"/>
            <a:ext cx="3175000" cy="114300"/>
          </a:xfrm>
          <a:prstGeom prst="rect">
            <a:avLst/>
          </a:prstGeom>
          <a:noFill/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7F7F7F">
                    <a:alpha val="100000"/>
                  </a:srgbClr>
                </a:solidFill>
                <a:latin typeface="Century Gothic"/>
              </a:rPr>
              <a:t>© OLIVER CORPORATION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608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240D110-9FEC-B979-7D03-659AE6FB7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FF7886-F9FF-6007-D13F-FFB7AF669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0454D5-A9E4-A75E-DA80-3997C6745D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21C0A-00BB-4136-92F5-73D01F0A8287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D5DBB3-F423-9ECD-7EAB-5ECF3586C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699393-0336-ACE5-0700-F544FF1C0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BC64D-FFBA-44EC-B7A7-F739E49227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6174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hyperlink" Target="https://www.oliverinc.co.jp/products/detail?id=SCUA160ACBOKCBK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S・CU-A160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Product 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76" y="1333500"/>
            <a:ext cx="2085975" cy="1409700"/>
          </a:xfrm>
          <a:prstGeom prst="rect">
            <a:avLst/>
          </a:prstGeom>
          <a:noFill/>
        </p:spPr>
      </p:pic>
      <p:pic>
        <p:nvPicPr>
          <p:cNvPr id="6" name="Product 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333501"/>
            <a:ext cx="2095500" cy="1571625"/>
          </a:xfrm>
          <a:prstGeom prst="rect">
            <a:avLst/>
          </a:prstGeom>
          <a:noFill/>
        </p:spPr>
      </p:pic>
      <p:pic>
        <p:nvPicPr>
          <p:cNvPr id="7" name="Product 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9125" y="1333501"/>
            <a:ext cx="2095500" cy="1571625"/>
          </a:xfrm>
          <a:prstGeom prst="rect">
            <a:avLst/>
          </a:prstGeom>
          <a:noFill/>
        </p:spPr>
      </p:pic>
      <p:sp>
        <p:nvSpPr>
          <p:cNvPr id="8" name="テキスト ボックス 7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アウトドアチェア（ラウンジ・屋外用・BK）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S・CU-A160・AC・B・OKC・BK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カラーバリエーション：BE・GP・BK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サイズ(mm)：W610・D650・H825・SH430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質量：4kg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素材：主材：PPロープ・φ22アルミパイプ・粉体塗装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※座クッションは屋内用・屋外用で仕様が異なります。
※屋内用クッションは、耐水性がありませんので、ご使用時以外は屋内に保管ください。屋外でご使用の場合は、屋外用クッションをご注文ください。</a:t>
            </a:r>
          </a:p>
        </p:txBody>
      </p:sp>
      <p:pic>
        <p:nvPicPr>
          <p:cNvPr id="9" name="Color Chip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sp>
        <p:nvSpPr>
          <p:cNvPr id="11" name="テキスト ボックス 10"/>
          <p:cNvSpPr txBox="1"/>
          <p:nvPr/>
        </p:nvSpPr>
        <p:spPr>
          <a:xfrm>
            <a:off x="5715000" y="3810000"/>
            <a:ext cx="952500" cy="33855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600">
                <a:solidFill>
                  <a:srgbClr val="333333">
                    <a:alpha val="100000"/>
                  </a:srgbClr>
                </a:solidFill>
                <a:latin typeface="Century Gothic"/>
              </a:rPr>
              <a:t>Point</a:t>
            </a:r>
          </a:p>
        </p:txBody>
      </p:sp>
      <p:cxnSp>
        <p:nvCxnSpPr>
          <p:cNvPr id="12" name="直線コネクタ 11"/>
          <p:cNvCxnSpPr/>
          <p:nvPr/>
        </p:nvCxnSpPr>
        <p:spPr>
          <a:xfrm>
            <a:off x="5715000" y="4095751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articular Point Imag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1" y="4191000"/>
            <a:ext cx="1514475" cy="1009650"/>
          </a:xfrm>
          <a:prstGeom prst="rect">
            <a:avLst/>
          </a:prstGeom>
          <a:noFill/>
        </p:spPr>
      </p:pic>
      <p:sp>
        <p:nvSpPr>
          <p:cNvPr id="14" name="テキスト ボックス 13"/>
          <p:cNvSpPr txBox="1"/>
          <p:nvPr/>
        </p:nvSpPr>
        <p:spPr>
          <a:xfrm>
            <a:off x="5715000" y="5295900"/>
            <a:ext cx="152400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ハンモックのような快適な座り心地。</a:t>
            </a:r>
          </a:p>
        </p:txBody>
      </p:sp>
    </p:spTree>
    <p:extLst>
      <p:ext uri="{BB962C8B-B14F-4D97-AF65-F5344CB8AC3E}">
        <p14:creationId xmlns:p14="http://schemas.microsoft.com/office/powerpoint/2010/main" val="2454111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ワイド画面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</vt:lpstr>
      <vt:lpstr>游ゴシック Light</vt:lpstr>
      <vt:lpstr>Arial</vt:lpstr>
      <vt:lpstr>Century Gothic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谷岡佑馬</dc:creator>
  <cp:lastModifiedBy>谷岡佑馬</cp:lastModifiedBy>
  <cp:revision>1</cp:revision>
  <dcterms:created xsi:type="dcterms:W3CDTF">2026-03-19T08:48:43Z</dcterms:created>
  <dcterms:modified xsi:type="dcterms:W3CDTF">2026-03-19T08:48:43Z</dcterms:modified>
</cp:coreProperties>
</file>