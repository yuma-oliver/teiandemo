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290120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bb56005ae19.svg2.png"/>
  <Relationship Id="rId3" Type="http://schemas.openxmlformats.org/officeDocument/2006/relationships/image" Target="../media/ppt_169bb56006e354.svg3.png"/>
  <Relationship Id="rId4" Type="http://schemas.openxmlformats.org/officeDocument/2006/relationships/image" Target="../media/ppt_169bb56007e746.svg4.png"/>
  <Relationship Id="rId5" Type="http://schemas.openxmlformats.org/officeDocument/2006/relationships/image" Target="../media/ppt_169bb560092bbc5.jpg"/>
  <Relationship Id="rId6" Type="http://schemas.openxmlformats.org/officeDocument/2006/relationships/hyperlink" Target="https://www.oliverinc.co.jp/products/detail?id=SOG960A" TargetMode="External"/>
  <Relationship Id="rId7" Type="http://schemas.openxmlformats.org/officeDocument/2006/relationships/hyperlink" Target="https://www.oliverinc.co.jp/products/detail?id=SOG960A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6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OG-960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パンフレットスタンド（2列4段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7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OG-960・A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510・D460・H133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0.7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主材：スチールパイプ・粉体塗装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6">
  <a:themeElements>
    <a:clrScheme name="Theme9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2026-03-19T01:48:48Z</dcterms:created>
  <dcterms:modified xsi:type="dcterms:W3CDTF">2026-03-19T01:48:48Z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