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FDCEDE-F3E3-C9A7-0957-B1379B8FD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9FB59A-9911-274D-00BB-E9D0C70F6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C721A6-74AF-EACE-5C60-E978052E0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6B41-C646-4188-A0BC-8C2CA9565F83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B83588-6508-098D-AD89-B2E94A73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304A64-FFBF-9BEF-D52E-EE4808B5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A796-88E2-4E33-8238-8922CA386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646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238E43-7AD3-7A41-CA43-8ACC26FB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8730EB-8A4A-28AA-3A88-CA6CA517B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8B71B-214C-DDD2-B9E7-385695F0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6B41-C646-4188-A0BC-8C2CA9565F83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CB81AE-A489-58C4-C0B3-C5873D508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1DB4B3-D853-69FC-EC8B-07B5F1ECB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A796-88E2-4E33-8238-8922CA386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556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124895-F124-0DFF-74D5-AB8D289B0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AAFD03-01C7-3509-54EF-8F5AF8D6A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AFB7BE-D490-AAA4-7746-173F0A2A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6B41-C646-4188-A0BC-8C2CA9565F83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96F243-B745-6825-0F30-E52ED9F2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63D0A7-C503-703D-C66A-3CF748F32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A796-88E2-4E33-8238-8922CA386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9257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F6D933-500C-D0F1-7DF2-221F84F97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5AAD08-64B1-F6A1-1D92-AB3275069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DBF8E7F-4D1D-3337-9B76-86E97C12F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3400E3-ADE3-064A-F1D8-24D71124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6B41-C646-4188-A0BC-8C2CA9565F83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40844E-043A-7BC6-A0FF-582113DB5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A763AB-FB98-B439-E8B3-F42499B0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A796-88E2-4E33-8238-8922CA386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842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9E7171-B16E-D0BF-40E8-27771712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3670FE-2594-F45F-E660-BB79B9796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AA40A6-2BB6-58A9-905B-CE81364A2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12D597-ABD3-E20E-4A95-A6011D9D0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A81C619-583B-224A-5421-C74CA90EBC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E0D9CE7-0800-6F42-801B-106F39E1C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6B41-C646-4188-A0BC-8C2CA9565F83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8D01E0F-FD52-05E8-34CE-F1F8DFE12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871438D-69D2-79DA-0F8A-689B7408C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A796-88E2-4E33-8238-8922CA386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3589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4FEB9C-F452-24E4-3705-63B2B0189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F903452-922E-37AD-CBBB-9FA3D5CA5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6B41-C646-4188-A0BC-8C2CA9565F83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63C8573-93F6-9D28-9C5C-7E7E25595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299A6C-1CC0-7504-4155-2597DC22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A796-88E2-4E33-8238-8922CA386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8329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441A04C-1BDC-229C-D373-E638DD8AD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6B41-C646-4188-A0BC-8C2CA9565F83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D629CFC-3043-FFCC-37EC-CA3127C9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FC3CEB-ECDF-AD70-0559-4FFB304E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A796-88E2-4E33-8238-8922CA386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4091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72A5D1-8D87-4017-C84A-615AA14D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081A50-CAC0-5525-5B40-08BC8BB6D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9A3E97-0429-3FA3-D0F7-92D3BF0E5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F2B3D3-B6D4-69BC-3856-52E38307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6B41-C646-4188-A0BC-8C2CA9565F83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903C77-D01E-A2A5-BCAC-5D912EB0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53656B-FAE3-624D-619A-6EBA1F58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A796-88E2-4E33-8238-8922CA386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3398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1A80DD-D4EA-D1CA-9077-A0EC2D7A1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F9DB8EC-8ED6-9729-5E01-EF0E041BB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2F5AA7-A08A-BFAB-2A17-27C2DE895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9287AA-ABFF-8D0D-BBF6-25DFB65AC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6B41-C646-4188-A0BC-8C2CA9565F83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602B7F-B40E-3A31-B6E7-322E6FD23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3AB6BA-CA9F-DBB6-2D2A-21EE9ABA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A796-88E2-4E33-8238-8922CA386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3141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B8D73C-BCDE-3392-84A0-037EF29D4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004D86F-6A33-F067-90EF-24F434CE8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ADE68B-BD8D-E1BE-CFDA-9CB3894C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6B41-C646-4188-A0BC-8C2CA9565F83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DE9ACD-F8EF-4AC1-64B1-5CFB0987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A8CD26-0192-BF24-E2AF-698C68D88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A796-88E2-4E33-8238-8922CA386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919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93D9DE-9A73-342B-440B-7110E9AE87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D1B75B-2B46-4DEC-653A-5A6E9642C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2C67F8-6EFD-7D48-1ECD-AF55BF3A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6B41-C646-4188-A0BC-8C2CA9565F83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2A8298-0D97-096A-C2DA-6AFDEE632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7EDF49-9E40-6919-CA57-A840FAA4D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A796-88E2-4E33-8238-8922CA386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6894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1C1D17-0560-31F2-1C3B-C9585DCCC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5A7BE8-BDD4-E538-FC4D-D5C2DDBD6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EF481E-BFB2-5421-450F-1733A979A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A86B41-C646-4188-A0BC-8C2CA9565F83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F0A511-025C-C548-EAA7-2A177C4F7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87A120-5E32-F822-C65C-FE6A6C3AA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CFA796-88E2-4E33-8238-8922CA386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631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游ゴシック</vt:lpstr>
      <vt:lpstr>游ゴシック Light</vt:lpstr>
      <vt:lpstr>Arial</vt:lpstr>
      <vt:lpstr>Office テーマ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谷岡佑馬</dc:creator>
  <cp:lastModifiedBy>谷岡佑馬</cp:lastModifiedBy>
  <cp:revision>1</cp:revision>
  <dcterms:created xsi:type="dcterms:W3CDTF">2026-03-19T08:26:51Z</dcterms:created>
  <dcterms:modified xsi:type="dcterms:W3CDTF">2026-03-19T08:26:51Z</dcterms:modified>
</cp:coreProperties>
</file>