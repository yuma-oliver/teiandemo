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AFDD2-7616-E1A1-650C-325B5F912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B5F646-2C5C-CA0A-96D4-446AEDF08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0F9928-E599-E391-4700-84F0A060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AF3300-3226-FBD3-4967-395BE76B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15DF89-3CAC-7AE7-E19B-A060D165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02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A8384-6CC7-0A2C-5942-38027ECA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91FB95-7306-CBA1-EC49-6618CCDBA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C50A41-25E0-1997-F831-95A0A2C3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9C0DB8-4FD6-2BA4-D464-1EAC36FE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6A5382-3E25-EF14-4FC3-985790DF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62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630B6-ED36-025C-3CC6-1E9ED21B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542155-7C25-E70F-8C6F-779D68C6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8824BE-34E8-3D40-2650-F06AEB99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AFDF1E-C40B-72C5-553C-EBFD43F7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D36D83-38E9-3B31-18D4-22069AA5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39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AE968-F3FD-7FB2-EE5F-1FBA9465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D4B643-3E43-0155-3A64-9F990E605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8293E2-7A90-C611-9854-7471854BC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A73687-B5F0-7412-7E22-2E2F2665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9DAFFE-7001-EB9E-467D-46DAB9A8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5573A8-A3D0-EFDC-1CAD-F7B77160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36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98993-E38E-0195-2950-30C708E6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11435E-AF49-98A8-4A18-6ACF3E71A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DABC3C-F8A3-B61D-847A-2D8F7B453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FEA9CA-052E-865F-1B01-0C533FEA0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0DFCF0-A18F-465E-A5AD-BF8D7EA3A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B0A64F6-AB95-6F74-B027-DC51E0BF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110B617-5F24-3581-94BE-0B14A45B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6A707E-B05F-F8BC-A5AE-B47DFA7C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45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C763E-AC05-5C73-D0B7-0F5AFA82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E0A9DB-9794-E524-032A-1B61A5B7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ED14-AA6E-5CD5-8D1D-98413DF0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F9BE664-B0EE-49F4-2BFB-DD56DA74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03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2C959E-5193-DBD4-24C7-5E099CBC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12F1EC-0364-A8D1-85D9-511855E0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81275D-33D9-746B-3EDE-DB32A6FA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2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EE356-357C-34F0-4A92-A4E5FA4B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60720F-F9C5-8A65-E9C8-A19668F98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C98BD9-B24B-CC12-5BC3-E44BB3ED9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695FA3-C9A0-8F6C-9124-6386BD380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18CE3A-918B-1493-C463-50EADF4B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D58A98-FC3B-7168-298B-6C2A7342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93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EC2BD-91FC-3CA3-B3ED-3FF1DDF4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26AAC0-FBA4-A77C-5678-340A0479A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7A829D-D8EE-3877-C453-CFAB889CC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DB48E6-28F6-FA5A-1018-BA63E026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FB94BA-3F12-2D3D-DC76-6901687B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6EBF7B-EB9A-30A6-5F73-709C5D2E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5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4C6FB-ABB0-1E58-391A-A23DF7AB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2BC45D-0809-4976-1301-DCDCEBDCE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3CB9D-D7E9-5DBB-703B-22081FC6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6DDA05-5771-3C26-AE44-55533CF5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B099EE-CDD2-0CDD-FA09-42649F13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85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FE6D77A-3171-2E24-A9A8-8DF2FA5C2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4CBD4D-32B7-3986-C249-15839E066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88F74E-8F9E-CD16-43F3-13FFB781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F75BE3-B30C-50E1-CD7B-B8E1AAFA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678A5B-AF85-9603-EC76-3A7391FB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814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376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43DC5C-F64F-01EE-E635-79A22C12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E174D4-877F-1901-4755-B4DDDD60F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C44BC3-E74E-59DC-591C-DB7D1AAC0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961D8-23E9-4E95-B729-339424F1234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B6CFBC-2DF9-69E7-06F8-AC12FD8E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9E4DED-2F90-A616-4ABD-481B3E5E4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A16E8-547D-481B-BDE0-1DF81A424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01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337888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412901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72806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9381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09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Yu Gothic</vt:lpstr>
      <vt:lpstr>Yu Gothic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2026-03-23T00:34:03Z</dcterms:created>
  <dcterms:modified xsi:type="dcterms:W3CDTF">2026-03-23T00:34:03Z</dcterms:modified>
</cp:coreProperties>
</file>