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footer-logo1.png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oter-logo1.png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46290127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bb564ba256a.svg2.png"/>
  <Relationship Id="rId3" Type="http://schemas.openxmlformats.org/officeDocument/2006/relationships/image" Target="../media/ppt_169bb564bd4300.svg3.png"/>
  <Relationship Id="rId4" Type="http://schemas.openxmlformats.org/officeDocument/2006/relationships/image" Target="../media/ppt_169bb564bed3d4.svg4.png"/>
  <Relationship Id="rId5" Type="http://schemas.openxmlformats.org/officeDocument/2006/relationships/image" Target="../media/ppt_169bb564c0da7f.svg5.png"/>
  <Relationship Id="rId6" Type="http://schemas.openxmlformats.org/officeDocument/2006/relationships/image" Target="../media/ppt_169bb564c2515a.svg6.png"/>
  <Relationship Id="rId7" Type="http://schemas.openxmlformats.org/officeDocument/2006/relationships/image" Target="../media/ppt_169bb564c36862.svg7.png"/>
  <Relationship Id="rId8" Type="http://schemas.openxmlformats.org/officeDocument/2006/relationships/image" Target="../media/ppt_169bb564c576448.jpg"/>
  <Relationship Id="rId9" Type="http://schemas.openxmlformats.org/officeDocument/2006/relationships/image" Target="../media/ppt_169bb564c644409.jpg"/>
  <Relationship Id="rId10" Type="http://schemas.openxmlformats.org/officeDocument/2006/relationships/image" Target="../media/ppt_169bb564c6b33610.jpg"/>
  <Relationship Id="rId11" Type="http://schemas.openxmlformats.org/officeDocument/2006/relationships/image" Target="../media/ppt_169bb564c7368111.jpg"/>
  <Relationship Id="rId12" Type="http://schemas.openxmlformats.org/officeDocument/2006/relationships/image" Target="../media/ppt_169bb564c8035112.jpg"/>
  <Relationship Id="rId13" Type="http://schemas.openxmlformats.org/officeDocument/2006/relationships/image" Target="../media/ppt_169bb564c8f00113.jpg"/>
  <Relationship Id="rId14" Type="http://schemas.openxmlformats.org/officeDocument/2006/relationships/image" Target="../media/ppt_169bb564c9969d14.jpg"/>
  <Relationship Id="rId15" Type="http://schemas.openxmlformats.org/officeDocument/2006/relationships/image" Target="../media/ppt_169bb564caa4f515.jpg"/>
  <Relationship Id="rId16" Type="http://schemas.openxmlformats.org/officeDocument/2006/relationships/image" Target="../media/ppt_169bb564cb6ec416.jpg"/>
  <Relationship Id="rId17" Type="http://schemas.openxmlformats.org/officeDocument/2006/relationships/image" Target="../media/ppt_169bb564cc564c17.jpg"/>
  <Relationship Id="rId18" Type="http://schemas.openxmlformats.org/officeDocument/2006/relationships/image" Target="../media/ppt_169bb564cd28b018.jpg"/>
  <Relationship Id="rId19" Type="http://schemas.openxmlformats.org/officeDocument/2006/relationships/image" Target="../media/ppt_169bb564cdd7e719.jpg"/>
  <Relationship Id="rId20" Type="http://schemas.openxmlformats.org/officeDocument/2006/relationships/hyperlink" Target="https://www.oliverinc.co.jp/products/detail?id=SCW106ANBACG" TargetMode="External"/>
  <Relationship Id="rId21" Type="http://schemas.openxmlformats.org/officeDocument/2006/relationships/hyperlink" Target="https://www.oliverinc.co.jp/products/detail?id=SCW106ANBACG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1428750" y="190500"/>
          <a:ext cx="12477750" cy="6477000"/>
          <a:chOff x="-1428750" y="190500"/>
          <a:chExt cx="12477750" cy="647700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20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CW-106A]]></a:t>
            </a:r>
          </a:p>
        </p:txBody>
      </p:sp>
      <p:pic>
        <p:nvPicPr>
          <p:cNvPr id="3" name="Mark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38125"/>
            <a:ext cx="161925" cy="171450"/>
          </a:xfrm>
          <a:prstGeom prst="rect">
            <a:avLst/>
          </a:prstGeom>
          <a:noFill/>
        </p:spPr>
      </p:pic>
      <p:pic>
        <p:nvPicPr>
          <p:cNvPr id="6" name="Mark 4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775" y="238125"/>
            <a:ext cx="180975" cy="171450"/>
          </a:xfrm>
          <a:prstGeom prst="rect">
            <a:avLst/>
          </a:prstGeom>
          <a:noFill/>
        </p:spPr>
      </p:pic>
      <p:pic>
        <p:nvPicPr>
          <p:cNvPr id="7" name="Mark 5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275" y="238125"/>
            <a:ext cx="180975" cy="171450"/>
          </a:xfrm>
          <a:prstGeom prst="rect">
            <a:avLst/>
          </a:prstGeom>
          <a:noFill/>
        </p:spPr>
      </p:pic>
      <p:pic>
        <p:nvPicPr>
          <p:cNvPr id="8" name="Mark 6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4775" y="238125"/>
            <a:ext cx="171450" cy="171450"/>
          </a:xfrm>
          <a:prstGeom prst="rect">
            <a:avLst/>
          </a:prstGeom>
          <a:noFill/>
        </p:spPr>
      </p:pic>
      <p:pic>
        <p:nvPicPr>
          <p:cNvPr id="9" name="Product Image 1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10" name="Product Image 2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8875" y="1333500"/>
            <a:ext cx="2085975" cy="1609725"/>
          </a:xfrm>
          <a:prstGeom prst="rect">
            <a:avLst/>
          </a:prstGeom>
          <a:noFill/>
        </p:spPr>
      </p:pic>
      <p:pic>
        <p:nvPicPr>
          <p:cNvPr id="11" name="Product Image 3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1333500"/>
            <a:ext cx="2085975" cy="1609725"/>
          </a:xfrm>
          <a:prstGeom prst="rect">
            <a:avLst/>
          </a:prstGeom>
          <a:noFill/>
        </p:spPr>
      </p:pic>
      <p:pic>
        <p:nvPicPr>
          <p:cNvPr id="12" name="Product Image 4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5125" y="1333500"/>
            <a:ext cx="1495425" cy="2095500"/>
          </a:xfrm>
          <a:prstGeom prst="rect">
            <a:avLst/>
          </a:prstGeom>
          <a:noFill/>
        </p:spPr>
      </p:pic>
      <p:pic>
        <p:nvPicPr>
          <p:cNvPr id="13" name="Product Image 5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428750" y="238125"/>
            <a:ext cx="1038225" cy="800100"/>
          </a:xfrm>
          <a:prstGeom prst="rect">
            <a:avLst/>
          </a:prstGeom>
          <a:noFill/>
        </p:spPr>
      </p:pic>
      <p:sp>
        <p:nvSpPr>
          <p:cNvPr id="14" name=""/>
          <p:cNvSpPr txBox="1"/>
          <p:nvPr/>
        </p:nvSpPr>
        <p:spPr>
          <a:xfrm>
            <a:off x="285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238125" lIns="171450" rIns="171450" tIns="238125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高齢者施設向けチェア（全肘・グリップ付・NB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21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CW-106A・NB・AC・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MB・NB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550・D600・H790・SH445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9.4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フレーム：ラバーウッド成型合板・ウレタン塗装]]></a:t>
            </a:r>
          </a:p>
        </p:txBody>
      </p:sp>
      <p:pic>
        <p:nvPicPr>
          <p:cNvPr id="15" name="Color Chip 1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725" y="4686300"/>
            <a:ext cx="142875" cy="142875"/>
          </a:xfrm>
          <a:prstGeom prst="rect">
            <a:avLst/>
          </a:prstGeom>
          <a:noFill/>
        </p:spPr>
      </p:pic>
      <p:pic>
        <p:nvPicPr>
          <p:cNvPr id="16" name="Color Chip 2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" y="4686300"/>
            <a:ext cx="142875" cy="142875"/>
          </a:xfrm>
          <a:prstGeom prst="rect">
            <a:avLst/>
          </a:prstGeom>
          <a:noFill/>
        </p:spPr>
      </p:pic>
      <p:sp>
        <p:nvSpPr>
          <p:cNvPr id="17" name=""/>
          <p:cNvSpPr txBox="1"/>
          <p:nvPr/>
        </p:nvSpPr>
        <p:spPr>
          <a:xfrm>
            <a:off x="4191000" y="3810000"/>
            <a:ext cx="952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Point]]></a:t>
            </a:r>
          </a:p>
        </p:txBody>
      </p:sp>
      <p:cxnSp>
        <p:nvCxnSpPr>
          <p:cNvPr id="18" name=""/>
          <p:cNvCxnSpPr/>
          <p:nvPr/>
        </p:nvCxnSpPr>
        <p:spPr>
          <a:xfrm>
            <a:off x="4191000" y="4095750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articular Point Image 1" descr="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0" y="4191000"/>
            <a:ext cx="1514475" cy="1009650"/>
          </a:xfrm>
          <a:prstGeom prst="rect">
            <a:avLst/>
          </a:prstGeom>
          <a:noFill/>
        </p:spPr>
      </p:pic>
      <p:sp>
        <p:nvSpPr>
          <p:cNvPr id="20" name=""/>
          <p:cNvSpPr txBox="1"/>
          <p:nvPr/>
        </p:nvSpPr>
        <p:spPr>
          <a:xfrm>
            <a:off x="4191000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椅子の移動の際に便利な取手が付いています。※人が座った状態での移動はお控えください。]]></a:t>
            </a:r>
          </a:p>
        </p:txBody>
      </p:sp>
      <p:pic>
        <p:nvPicPr>
          <p:cNvPr id="21" name="Particular Point Image 2" descr="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62625" y="4191000"/>
            <a:ext cx="1514475" cy="1009650"/>
          </a:xfrm>
          <a:prstGeom prst="rect">
            <a:avLst/>
          </a:prstGeom>
          <a:noFill/>
        </p:spPr>
      </p:pic>
      <p:sp>
        <p:nvSpPr>
          <p:cNvPr id="22" name=""/>
          <p:cNvSpPr txBox="1"/>
          <p:nvPr/>
        </p:nvSpPr>
        <p:spPr>
          <a:xfrm>
            <a:off x="5762625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肘の下面は丸く面取りを施し、握りやすくしました。]]></a:t>
            </a:r>
          </a:p>
        </p:txBody>
      </p:sp>
      <p:pic>
        <p:nvPicPr>
          <p:cNvPr id="23" name="Particular Point Image 3" descr="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34250" y="4191000"/>
            <a:ext cx="1514475" cy="1009650"/>
          </a:xfrm>
          <a:prstGeom prst="rect">
            <a:avLst/>
          </a:prstGeom>
          <a:noFill/>
        </p:spPr>
      </p:pic>
      <p:sp>
        <p:nvSpPr>
          <p:cNvPr id="24" name=""/>
          <p:cNvSpPr txBox="1"/>
          <p:nvPr/>
        </p:nvSpPr>
        <p:spPr>
          <a:xfrm>
            <a:off x="7334250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背と肘の下に開口部を設けたゴミが溜まりにくい設計で、メンテナンスも容易です。]]></a:t>
            </a:r>
          </a:p>
        </p:txBody>
      </p:sp>
      <p:pic>
        <p:nvPicPr>
          <p:cNvPr id="25" name="Particular Point Image 4" descr="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34500" y="238125"/>
            <a:ext cx="1514475" cy="1009650"/>
          </a:xfrm>
          <a:prstGeom prst="rect">
            <a:avLst/>
          </a:prstGeom>
          <a:noFill/>
        </p:spPr>
      </p:pic>
      <p:sp>
        <p:nvSpPr>
          <p:cNvPr id="26" name=""/>
          <p:cNvSpPr txBox="1"/>
          <p:nvPr/>
        </p:nvSpPr>
        <p:spPr>
          <a:xfrm>
            <a:off x="9334500" y="1343025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お使いになる方の体型に合わせ、背の高さを選べます。]]></a:t>
            </a:r>
          </a:p>
        </p:txBody>
      </p:sp>
      <p:pic>
        <p:nvPicPr>
          <p:cNvPr id="27" name="Particular Point Image 5" descr="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53750" y="238125"/>
            <a:ext cx="1514475" cy="1009650"/>
          </a:xfrm>
          <a:prstGeom prst="rect">
            <a:avLst/>
          </a:prstGeom>
          <a:noFill/>
        </p:spPr>
      </p:pic>
      <p:sp>
        <p:nvSpPr>
          <p:cNvPr id="28" name=""/>
          <p:cNvSpPr txBox="1"/>
          <p:nvPr/>
        </p:nvSpPr>
        <p:spPr>
          <a:xfrm>
            <a:off x="10953750" y="1343025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4脚までスタッキングできます。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">
  <a:themeElements>
    <a:clrScheme name="Theme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2026-03-19T01:50:03Z</dcterms:created>
  <dcterms:modified xsi:type="dcterms:W3CDTF">2026-03-19T01:50:03Z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