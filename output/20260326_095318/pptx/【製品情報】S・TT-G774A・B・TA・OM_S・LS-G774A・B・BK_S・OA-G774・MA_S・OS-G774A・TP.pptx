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  <Relationship Id="rId2" Type="http://schemas.openxmlformats.org/officeDocument/2006/relationships/image" Target="../media/footer-logo1.png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oter-logo1.png"/>
  <Relationship Id="rId3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oter Logo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6619875"/>
            <a:ext cx="571500" cy="19050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904875" y="6677025"/>
            <a:ext cx="542925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FFFFFF">
                    <a:alpha val="100000"/>
                  </a:srgbClr>
                </a:solidFill>
                <a:latin typeface="Yu Gothic"/>
              </a:rPr>
              <a:t><![CDATA[関係者外秘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47800" y="6677025"/>
            <a:ext cx="6096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Confidential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057400" y="6677025"/>
            <a:ext cx="2381250" cy="114300"/>
          </a:xfrm>
          <a:prstGeom prst="rect">
            <a:avLst/>
          </a:prstGeom>
          <a:noFill/>
        </p:spPr>
        <p:txBody>
          <a:bodyPr anchorCtr="0" rtlCol="0" vert="horz" bIns="9525" lIns="76200" rIns="76200" tIns="9525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600" spc="0" u="none" cap="none">
                <a:solidFill>
                  <a:srgbClr val="7F7F7F">
                    <a:alpha val="100000"/>
                  </a:srgbClr>
                </a:solidFill>
                <a:latin typeface="Century Gothic"/>
              </a:rPr>
              <a:t><![CDATA[© OLIVER CORPORATION All rights reserved.]]>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46335177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60e0d73e2.jpg"/>
  <Relationship Id="rId3" Type="http://schemas.openxmlformats.org/officeDocument/2006/relationships/image" Target="../media/ppt_169c2360e218923.jpg"/>
  <Relationship Id="rId4" Type="http://schemas.openxmlformats.org/officeDocument/2006/relationships/image" Target="../media/ppt_169c2360e38a714.jpg"/>
  <Relationship Id="rId5" Type="http://schemas.openxmlformats.org/officeDocument/2006/relationships/image" Target="../media/ppt_169c2360e484485.jpg"/>
  <Relationship Id="rId6" Type="http://schemas.openxmlformats.org/officeDocument/2006/relationships/image" Target="../media/ppt_169c2360e5cfbd6.jpg"/>
  <Relationship Id="rId7" Type="http://schemas.openxmlformats.org/officeDocument/2006/relationships/image" Target="../media/ppt_169c2360e726ac7.jpg"/>
  <Relationship Id="rId8" Type="http://schemas.openxmlformats.org/officeDocument/2006/relationships/image" Target="../media/ppt_169c2360e881208.jpg"/>
  <Relationship Id="rId9" Type="http://schemas.openxmlformats.org/officeDocument/2006/relationships/image" Target="../media/ppt_169c2360e947339.jpg"/>
  <Relationship Id="rId10" Type="http://schemas.openxmlformats.org/officeDocument/2006/relationships/image" Target="../media/ppt_169c2360e9c01110.jpg"/>
  <Relationship Id="rId11" Type="http://schemas.openxmlformats.org/officeDocument/2006/relationships/image" Target="../media/ppt_169c2360eb377e11.jpg"/>
  <Relationship Id="rId12" Type="http://schemas.openxmlformats.org/officeDocument/2006/relationships/hyperlink" Target="https://www.oliverinc.co.jp/products/detail?id=STTG774ABTAOMSLSG774ABBKSOAG774MASOSG774ATP" TargetMode="External"/>
  <Relationship Id="rId13" Type="http://schemas.openxmlformats.org/officeDocument/2006/relationships/hyperlink" Target="https://www.oliverinc.co.jp/products/detail?id=STTG774ABTAOMSLSG774ABBKSOAG774MASOSG774ATP" TargetMode="Externa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pt_169c2360e0d73e12.jpg"/>
  <Relationship Id="rId3" Type="http://schemas.openxmlformats.org/officeDocument/2006/relationships/image" Target="../media/ppt_169c2360e4844813.jpg"/>
  <Relationship Id="rId4" Type="http://schemas.openxmlformats.org/officeDocument/2006/relationships/image" Target="../media/ppt_169c2360e5cfbd14.jpg"/>
  <Relationship Id="rId5" Type="http://schemas.openxmlformats.org/officeDocument/2006/relationships/image" Target="../media/ppt_169c2360e726ac15.jpg"/>
  <Relationship Id="rId6" Type="http://schemas.openxmlformats.org/officeDocument/2006/relationships/image" Target="../media/ppt_169c2360e8812016.jpg"/>
  <Relationship Id="rId7" Type="http://schemas.openxmlformats.org/officeDocument/2006/relationships/image" Target="../media/ppt_169c2360e9473317.jpg"/>
  <Relationship Id="rId8" Type="http://schemas.openxmlformats.org/officeDocument/2006/relationships/image" Target="../media/ppt_169c2360e9c01118.jpg"/>
  <Relationship Id="rId9" Type="http://schemas.openxmlformats.org/officeDocument/2006/relationships/image" Target="../media/ppt_169c2360eb377e19.jpg"/>
  <Relationship Id="rId10" Type="http://schemas.openxmlformats.org/officeDocument/2006/relationships/image" Target="../media/ppt_169c2360ebc6b7.svg20.png"/>
  <Relationship Id="rId11" Type="http://schemas.openxmlformats.org/officeDocument/2006/relationships/image" Target="../media/ppt_169c2360ecc157.svg21.png"/>
  <Relationship Id="rId12" Type="http://schemas.openxmlformats.org/officeDocument/2006/relationships/image" Target="../media/ppt_169c2360edb73f.svg22.png"/>
  <Relationship Id="rId13" Type="http://schemas.openxmlformats.org/officeDocument/2006/relationships/image" Target="../media/ppt_169c2360eea517.svg23.png"/>
  <Relationship Id="rId14" Type="http://schemas.openxmlformats.org/officeDocument/2006/relationships/image" Target="../media/ppt_169c2360f05f25.svg24.png"/>
  <Relationship Id="rId15" Type="http://schemas.openxmlformats.org/officeDocument/2006/relationships/image" Target="../media/ppt_169c2360f148bc25.jpg"/>
  <Relationship Id="rId16" Type="http://schemas.openxmlformats.org/officeDocument/2006/relationships/image" Target="../media/ppt_169c2360ebc6b7.svg26.png"/>
  <Relationship Id="rId17" Type="http://schemas.openxmlformats.org/officeDocument/2006/relationships/image" Target="../media/ppt_169c2360ecc157.svg27.png"/>
  <Relationship Id="rId18" Type="http://schemas.openxmlformats.org/officeDocument/2006/relationships/image" Target="../media/ppt_169c2360eea517.svg28.png"/>
  <Relationship Id="rId19" Type="http://schemas.openxmlformats.org/officeDocument/2006/relationships/image" Target="../media/ppt_169c2360f05f25.svg29.png"/>
  <Relationship Id="rId20" Type="http://schemas.openxmlformats.org/officeDocument/2006/relationships/image" Target="../media/ppt_169c2360ebc6b7.svg30.png"/>
  <Relationship Id="rId21" Type="http://schemas.openxmlformats.org/officeDocument/2006/relationships/image" Target="../media/ppt_169c2360ecc157.svg31.png"/>
  <Relationship Id="rId22" Type="http://schemas.openxmlformats.org/officeDocument/2006/relationships/image" Target="../media/ppt_169c2360eea517.svg32.png"/>
  <Relationship Id="rId23" Type="http://schemas.openxmlformats.org/officeDocument/2006/relationships/image" Target="../media/ppt_169c2360ebc6b7.svg33.png"/>
  <Relationship Id="rId24" Type="http://schemas.openxmlformats.org/officeDocument/2006/relationships/image" Target="../media/ppt_169c2360ecc157.svg34.png"/>
  <Relationship Id="rId25" Type="http://schemas.openxmlformats.org/officeDocument/2006/relationships/image" Target="../media/ppt_169c2360edb73f.svg35.png"/>
  <Relationship Id="rId26" Type="http://schemas.openxmlformats.org/officeDocument/2006/relationships/image" Target="../media/ppt_169c2360eea517.svg36.png"/>
  <Relationship Id="rId27" Type="http://schemas.openxmlformats.org/officeDocument/2006/relationships/hyperlink" Target="https://www.oliverinc.co.jp/products/detail?id=STTG774ABTAOMSLSG774ABBKSOAG774MASOSG774ATP" TargetMode="Externa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2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T-G774A/S・LS-G774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85750" y="571500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空間のシンボルとなるような多角形デスク。
執務空間を画一性から解放し、“チーム”と“個”の働き方を両立するデスクです。]]></a:t>
            </a:r>
          </a:p>
        </p:txBody>
      </p:sp>
      <p:pic>
        <p:nvPicPr>
          <p:cNvPr id="4" name="Product Imag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6" name="Product Image 3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33500"/>
            <a:ext cx="2085975" cy="1409700"/>
          </a:xfrm>
          <a:prstGeom prst="rect">
            <a:avLst/>
          </a:prstGeom>
          <a:noFill/>
        </p:spPr>
      </p:pic>
      <p:sp>
        <p:nvSpPr>
          <p:cNvPr id="7" name=""/>
          <p:cNvSpPr txBox="1"/>
          <p:nvPr/>
        </p:nvSpPr>
        <p:spPr>
          <a:xfrm>
            <a:off x="285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238125" lIns="171450" rIns="171450" tIns="238125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 突板（パネルあり・船底・OM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13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T-G774A・B・TA・OM/S・LS-G774A・B・BK/S・OA-G774・MA/S・OS-G774A・TP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TNA・TBR・OM・OV・WNV・PWH・O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φ3000・H1135]]></a:t>
            </a:r>
          </a:p>
        </p:txBody>
      </p:sp>
      <p:pic>
        <p:nvPicPr>
          <p:cNvPr id="8" name="Color Chip 1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4829175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2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4829175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3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4829175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4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4829175"/>
            <a:ext cx="142875" cy="142875"/>
          </a:xfrm>
          <a:prstGeom prst="rect">
            <a:avLst/>
          </a:prstGeom>
          <a:noFill/>
        </p:spPr>
      </p:pic>
      <p:pic>
        <p:nvPicPr>
          <p:cNvPr id="12" name="Color Chip 5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425" y="4829175"/>
            <a:ext cx="142875" cy="142875"/>
          </a:xfrm>
          <a:prstGeom prst="rect">
            <a:avLst/>
          </a:prstGeom>
          <a:noFill/>
        </p:spPr>
      </p:pic>
      <p:pic>
        <p:nvPicPr>
          <p:cNvPr id="13" name="Color Chip 6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6350" y="4829175"/>
            <a:ext cx="142875" cy="142875"/>
          </a:xfrm>
          <a:prstGeom prst="rect">
            <a:avLst/>
          </a:prstGeom>
          <a:noFill/>
        </p:spPr>
      </p:pic>
      <p:pic>
        <p:nvPicPr>
          <p:cNvPr id="14" name="Color Chip 7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8275" y="4829175"/>
            <a:ext cx="142875" cy="142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6334125"/>
          <a:chOff x="285750" y="95250"/>
          <a:chExt cx="8858250" cy="6334125"/>
        </a:xfrm>
      </p:grpSpPr>
      <p:sp>
        <p:nvSpPr>
          <p:cNvPr id="2" name=""/>
          <p:cNvSpPr txBox="1"/>
          <p:nvPr/>
        </p:nvSpPr>
        <p:spPr>
          <a:xfrm>
            <a:off x="285750" y="190500"/>
            <a:ext cx="1619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0C0C0C">
                    <a:alpha val="100000"/>
                  </a:srgbClr>
                </a:solidFill>
                <a:latin typeface="Yu Gothic"/>
              </a:rPr>
              <a:t><![CDATA[詳細スペック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" y="209550"/>
            <a:ext cx="3810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sng" cap="none">
                <a:solidFill>
                  <a:srgbClr val="333333">
                    <a:alpha val="100000"/>
                  </a:srgbClr>
                </a:solidFill>
                <a:latin typeface="Century Gothic"/>
                <a:hlinkClick r:id="rId27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<![CDATA[S・TT-G774A/S・LS-G774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85750" y="523875"/>
            <a:ext cx="666750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800" spc="0" u="none" cap="none">
                <a:solidFill>
                  <a:srgbClr val="B12704">
                    <a:alpha val="100000"/>
                  </a:srgbClr>
                </a:solidFill>
                <a:latin typeface="Yu Gothic"/>
              </a:rPr>
              <a:t><![CDATA[※必ず以下のセットでご注文ください]]></a:t>
            </a:r>
          </a:p>
        </p:txBody>
      </p:sp>
      <p:pic>
        <p:nvPicPr>
          <p:cNvPr id="5" name="Product Image 4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"/>
          <p:cNvSpPr txBox="1"/>
          <p:nvPr/>
        </p:nvSpPr>
        <p:spPr>
          <a:xfrm>
            <a:off x="285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 天板 突板（パネルあり・船底・OM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TT-G774A・B・TA・OM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TNA・TBR・OM・OV・WNV・PWH・O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φ3000・t3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天板：天然木突板・ウレタン塗装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脚(S･LS-G774)、パネル(S･OS-G774･TP)、モニターアーム(S･OA-G774･MA)とセットでご注文ください。
※モニター本体及び取付用ボルトは付属されていません。
※適用モニターサイズ：27インチ相当湾曲モニター、24インチ相当平面モニター]]></a:t>
            </a:r>
          </a:p>
        </p:txBody>
      </p:sp>
      <p:pic>
        <p:nvPicPr>
          <p:cNvPr id="7" name="Color Chip 8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781175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9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781175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10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1781175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11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1781175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12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1781175"/>
            <a:ext cx="142875" cy="142875"/>
          </a:xfrm>
          <a:prstGeom prst="rect">
            <a:avLst/>
          </a:prstGeom>
          <a:noFill/>
        </p:spPr>
      </p:pic>
      <p:pic>
        <p:nvPicPr>
          <p:cNvPr id="12" name="Color Chip 13" descr="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675" y="1781175"/>
            <a:ext cx="142875" cy="142875"/>
          </a:xfrm>
          <a:prstGeom prst="rect">
            <a:avLst/>
          </a:prstGeom>
          <a:noFill/>
        </p:spPr>
      </p:pic>
      <p:pic>
        <p:nvPicPr>
          <p:cNvPr id="13" name="Color Chip 14" descr="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1781175"/>
            <a:ext cx="142875" cy="142875"/>
          </a:xfrm>
          <a:prstGeom prst="rect">
            <a:avLst/>
          </a:prstGeom>
          <a:noFill/>
        </p:spPr>
      </p:pic>
      <p:pic>
        <p:nvPicPr>
          <p:cNvPr id="14" name="Mark 1" descr="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209925"/>
            <a:ext cx="171450" cy="171450"/>
          </a:xfrm>
          <a:prstGeom prst="rect">
            <a:avLst/>
          </a:prstGeom>
          <a:noFill/>
        </p:spPr>
      </p:pic>
      <p:pic>
        <p:nvPicPr>
          <p:cNvPr id="15" name="Mark 2" descr="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209925"/>
            <a:ext cx="171450" cy="171450"/>
          </a:xfrm>
          <a:prstGeom prst="rect">
            <a:avLst/>
          </a:prstGeom>
          <a:noFill/>
        </p:spPr>
      </p:pic>
      <p:pic>
        <p:nvPicPr>
          <p:cNvPr id="16" name="Mark 3" descr="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209925"/>
            <a:ext cx="171450" cy="171450"/>
          </a:xfrm>
          <a:prstGeom prst="rect">
            <a:avLst/>
          </a:prstGeom>
          <a:noFill/>
        </p:spPr>
      </p:pic>
      <p:pic>
        <p:nvPicPr>
          <p:cNvPr id="17" name="Mark 4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3209925"/>
            <a:ext cx="171450" cy="171450"/>
          </a:xfrm>
          <a:prstGeom prst="rect">
            <a:avLst/>
          </a:prstGeom>
          <a:noFill/>
        </p:spPr>
      </p:pic>
      <p:pic>
        <p:nvPicPr>
          <p:cNvPr id="18" name="Mark 5" descr="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" y="3209925"/>
            <a:ext cx="171450" cy="171450"/>
          </a:xfrm>
          <a:prstGeom prst="rect">
            <a:avLst/>
          </a:prstGeom>
          <a:noFill/>
        </p:spPr>
      </p:pic>
      <p:sp>
        <p:nvSpPr>
          <p:cNvPr id="19" name=""/>
          <p:cNvSpPr txBox="1"/>
          <p:nvPr/>
        </p:nvSpPr>
        <p:spPr>
          <a:xfrm>
            <a:off x="3190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デスク 脚（パネルあり・BK）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LS-G774A・B・BK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カラーバリエーション：BK
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φ3000・H1135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120.5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素材：フレーム：スチール・粉体塗装（ブラック艶消梨地）
配線BOX：スチール・粉体塗装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天板(S･TT-G774)、パネル(S･OS-G774･TP)、モニターアーム(S･OA-G774･MA)とセットでご注文ください。
※モニター本体及び取付用ボルトは付属されていません。
※適用モニターサイズ：27インチ相当湾曲モニター、24インチ相当平面モニター]]></a:t>
            </a:r>
          </a:p>
        </p:txBody>
      </p:sp>
      <p:pic>
        <p:nvPicPr>
          <p:cNvPr id="20" name="Color Chip 15" descr="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05175" y="1638300"/>
            <a:ext cx="142875" cy="142875"/>
          </a:xfrm>
          <a:prstGeom prst="rect">
            <a:avLst/>
          </a:prstGeom>
          <a:noFill/>
        </p:spPr>
      </p:pic>
      <p:pic>
        <p:nvPicPr>
          <p:cNvPr id="21" name="Mark 6" descr="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6125" y="3209925"/>
            <a:ext cx="171450" cy="171450"/>
          </a:xfrm>
          <a:prstGeom prst="rect">
            <a:avLst/>
          </a:prstGeom>
          <a:noFill/>
        </p:spPr>
      </p:pic>
      <p:pic>
        <p:nvPicPr>
          <p:cNvPr id="22" name="Mark 7" descr="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76625" y="3209925"/>
            <a:ext cx="171450" cy="171450"/>
          </a:xfrm>
          <a:prstGeom prst="rect">
            <a:avLst/>
          </a:prstGeom>
          <a:noFill/>
        </p:spPr>
      </p:pic>
      <p:pic>
        <p:nvPicPr>
          <p:cNvPr id="23" name="Mark 8" descr="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67125" y="3209925"/>
            <a:ext cx="171450" cy="171450"/>
          </a:xfrm>
          <a:prstGeom prst="rect">
            <a:avLst/>
          </a:prstGeom>
          <a:noFill/>
        </p:spPr>
      </p:pic>
      <p:pic>
        <p:nvPicPr>
          <p:cNvPr id="24" name="Mark 9" descr="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57625" y="3209925"/>
            <a:ext cx="171450" cy="171450"/>
          </a:xfrm>
          <a:prstGeom prst="rect">
            <a:avLst/>
          </a:prstGeom>
          <a:noFill/>
        </p:spPr>
      </p:pic>
      <p:sp>
        <p:nvSpPr>
          <p:cNvPr id="25" name=""/>
          <p:cNvSpPr txBox="1"/>
          <p:nvPr/>
        </p:nvSpPr>
        <p:spPr>
          <a:xfrm>
            <a:off x="609600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モニターアーム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OA-G774・MA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120・D85・H300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9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天板(S･TT-G774)、脚(S･LS-G774)、パネル(S･OS-G774･TP)、とセットでご注文ください。
※モニター本体及び取付用ボルトは付属されていません。
※適用モニターサイズ：27インチ相当湾曲モニター、24インチ相当平面モニター]]></a:t>
            </a:r>
          </a:p>
        </p:txBody>
      </p:sp>
      <p:pic>
        <p:nvPicPr>
          <p:cNvPr id="26" name="Mark 10" descr="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91250" y="3209925"/>
            <a:ext cx="171450" cy="171450"/>
          </a:xfrm>
          <a:prstGeom prst="rect">
            <a:avLst/>
          </a:prstGeom>
          <a:noFill/>
        </p:spPr>
      </p:pic>
      <p:pic>
        <p:nvPicPr>
          <p:cNvPr id="27" name="Mark 11" descr="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81750" y="3209925"/>
            <a:ext cx="171450" cy="171450"/>
          </a:xfrm>
          <a:prstGeom prst="rect">
            <a:avLst/>
          </a:prstGeom>
          <a:noFill/>
        </p:spPr>
      </p:pic>
      <p:pic>
        <p:nvPicPr>
          <p:cNvPr id="28" name="Mark 12" descr="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72250" y="3209925"/>
            <a:ext cx="171450" cy="171450"/>
          </a:xfrm>
          <a:prstGeom prst="rect">
            <a:avLst/>
          </a:prstGeom>
          <a:noFill/>
        </p:spPr>
      </p:pic>
      <p:sp>
        <p:nvSpPr>
          <p:cNvPr id="29" name=""/>
          <p:cNvSpPr txBox="1"/>
          <p:nvPr/>
        </p:nvSpPr>
        <p:spPr>
          <a:xfrm>
            <a:off x="285750" y="3667125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anchorCtr="0" rtlCol="0" vert="horz" bIns="171450" lIns="114300" rIns="114300" tIns="171450">
            <a:no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パネル5枚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333333">
                    <a:alpha val="100000"/>
                  </a:srgbClr>
                </a:solidFill>
                <a:latin typeface="Century Gothic"/>
              </a:rPr>
              <a:t><![CDATA[S・OS-G774A・TP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/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サイズ(mm)：W890・t30・H445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900" spc="0" u="none" cap="none">
                <a:solidFill>
                  <a:srgbClr val="333333">
                    <a:alpha val="100000"/>
                  </a:srgbClr>
                </a:solidFill>
                <a:latin typeface="Yu Gothic"/>
              </a:rPr>
              <a:t><![CDATA[質量：25kg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800" spc="0" u="none" cap="none">
                <a:solidFill>
                  <a:srgbClr val="7F7F7F">
                    <a:alpha val="100000"/>
                  </a:srgbClr>
                </a:solidFill>
                <a:latin typeface="Yu Gothic"/>
              </a:rPr>
              <a:t><![CDATA[
※天板(S･TT-G774)、脚(S･LS-G774)、モニターアーム(S･OA-G774･MA)とセットでご注文ください。
※モニター本体及びモニター取付用ボルトは付属されていません。]]></a:t>
            </a:r>
          </a:p>
        </p:txBody>
      </p:sp>
      <p:pic>
        <p:nvPicPr>
          <p:cNvPr id="30" name="Mark 13" descr="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000" y="6019800"/>
            <a:ext cx="171450" cy="171450"/>
          </a:xfrm>
          <a:prstGeom prst="rect">
            <a:avLst/>
          </a:prstGeom>
          <a:noFill/>
        </p:spPr>
      </p:pic>
      <p:pic>
        <p:nvPicPr>
          <p:cNvPr id="31" name="Mark 14" descr="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6019800"/>
            <a:ext cx="171450" cy="171450"/>
          </a:xfrm>
          <a:prstGeom prst="rect">
            <a:avLst/>
          </a:prstGeom>
          <a:noFill/>
        </p:spPr>
      </p:pic>
      <p:pic>
        <p:nvPicPr>
          <p:cNvPr id="32" name="Mark 15" descr="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2000" y="6019800"/>
            <a:ext cx="171450" cy="171450"/>
          </a:xfrm>
          <a:prstGeom prst="rect">
            <a:avLst/>
          </a:prstGeom>
          <a:noFill/>
        </p:spPr>
      </p:pic>
      <p:pic>
        <p:nvPicPr>
          <p:cNvPr id="33" name="Mark 16" descr="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52500" y="6019800"/>
            <a:ext cx="171450" cy="171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66">
  <a:themeElements>
    <a:clrScheme name="Theme6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2026-03-24T06:58:21Z</dcterms:created>
  <dcterms:modified xsi:type="dcterms:W3CDTF">2026-03-24T06:58:21Z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