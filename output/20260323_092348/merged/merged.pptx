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0DE305-DAAC-80D1-5B69-C561357EC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D67A4C-0238-21F5-BBDF-58EF1D102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9CEF74-F84E-2305-4930-3DE534EC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41FE7E-404F-893E-2D13-F5456580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6A8A0B-E461-050C-7621-4AEBE160E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514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6532A0-230C-F0B8-5105-7A52D9C4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5B0F64-56FB-7E44-50AB-68495547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F7E23D-3A78-034B-978F-0EE7FD1E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D66BF1-73DF-4E4B-9D51-C167BD3D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EB5349-0196-91C0-E9B3-AF17B99D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709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076D7D-BF6F-FD4A-5C42-BC9BC2D8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F185A6-4C4A-7A6D-7E8B-C899F1CE5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F1AFAA-2ED5-7695-A3A9-6BEDE7A1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4151F-BC19-B666-CB37-26EDD86F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DC4BD2-CF68-D0B8-9C41-C5ECEE1C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37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73E3C-B66C-5908-D133-D699ADBC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92791B-F3C3-A9E7-40FA-468703C52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55612F-FDFC-66B6-04F5-C42FDE6EF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066A67-4D6F-D835-AD68-CF3FB2A3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CB1BCD-0A9B-C856-3ABB-F983E58D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2DAAF4-3591-31DD-57D7-F1FAC4C4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94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D8817-11AA-1FBD-E51D-068007CD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053038-D931-5356-439D-80F3324AB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F1FCBE-55DF-E4CB-B556-D92EDCF1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35441B-F3CA-8B88-5B34-676D6F88B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620CB5D-7E89-CBF0-D636-387781812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25FF920-2F38-E445-78EB-00D27E3C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636B19-7ADC-515F-2C74-C110DA86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42548A0-BA65-D9D3-4224-BF0F6486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11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B686D-E981-9BCB-E233-8234F823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39F15A-9BBB-C1B0-19DE-7CC85A78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EF17E60-A583-2F61-D76B-862B67E8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84784BD-6072-14F7-4E8A-03E5C2C8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8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BD2FFC5-E023-D7F2-A548-8938BE945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DF62CC-D7E0-47BC-362D-6C36B23AA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F755E3-DAD0-8FF9-F81E-65F1DF78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08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C349D2-BD75-D482-C090-673451D6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A4F599-F6E5-BAEF-2501-B144D385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468B92-1095-4061-9202-0ABCF4853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E625AF-C961-00D2-9792-44EC3EEA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F656BA-D8BB-A1D0-D170-8B056587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D8CE90-F444-68D0-5EA9-C57C127D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06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EBF7E-2420-497A-DAE8-31F22D33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AF8892-A1CB-E8AB-A0D3-1A8833E68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51EAB2-827D-D8F5-159E-3C2994123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7C70AA-C9B1-4B26-9A1E-AC6826D8C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9A02E8-99C2-5D68-D19C-C574BFA2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48B912-EBA3-0914-F295-F166C626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518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3BB7B-6036-CC7A-3A38-A3DC5DFE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7EC481-12A3-AA53-98E3-DC9B46623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7960C9-1735-84EB-656A-539AC8BD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70A08D-07D4-B758-E7E2-6A2CA273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4135A3-8AB8-57C9-BF76-4FD95F8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178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1C21CD-A581-D626-BCDA-FE76AB816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6ED826-454B-A2F0-DCC2-0509768CC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D13CFE-C314-1660-B8AD-C8FA0657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5D78DB-B0C1-1A2B-9CC2-827F7330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D54835-4FC4-9ED7-DBA1-5EB7065B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389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5502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E65FA0-A2BC-A719-D068-699F8BB5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332DA5-50A8-AE8D-A5ED-5B3325910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C16410-D3EA-D6E3-5B64-7D5AB51FA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35B7C-65CE-47B5-BD5F-2AE1E30A796C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D0408C-1585-D467-0287-A9A0B978F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22BDCB-8F5B-00E4-B087-F7A297EFE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EB77D-6A58-437C-8170-3D29C08974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44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hyperlink" Target="https://www.oliverinc.co.jp/products/detail?id=SCW106ANBACG" TargetMode="Externa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liverinc.co.jp/products/detail?id=SOG960A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36.jpg"/><Relationship Id="rId12" Type="http://schemas.openxmlformats.org/officeDocument/2006/relationships/image" Target="../media/image2.pn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11.png"/><Relationship Id="rId5" Type="http://schemas.openxmlformats.org/officeDocument/2006/relationships/image" Target="../media/image34.jpg"/><Relationship Id="rId10" Type="http://schemas.openxmlformats.org/officeDocument/2006/relationships/image" Target="../media/image38.png"/><Relationship Id="rId4" Type="http://schemas.openxmlformats.org/officeDocument/2006/relationships/image" Target="../media/image33.jp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3792982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1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6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276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876" y="1333501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1" y="1333501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6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高齢者施設向けチェア（全肘・グリップ付・NB）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S・CW-106A・NB・AC・G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カラーバリエーション：MB・NB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サイズ(mm)：W550・D600・H790・SH445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質量：9.4kg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素材：フレーム：ラバーウッド成型合板・ウレタン塗装</a:t>
            </a:r>
          </a:p>
        </p:txBody>
      </p:sp>
      <p:pic>
        <p:nvPicPr>
          <p:cNvPr id="15" name="Color Chip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テキスト ボックス 19"/>
          <p:cNvSpPr txBox="1"/>
          <p:nvPr/>
        </p:nvSpPr>
        <p:spPr>
          <a:xfrm>
            <a:off x="571500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椅子の移動の際に便利な取手が付いています。※人が座った状態での移動はお控えください。</a:t>
            </a:r>
          </a:p>
        </p:txBody>
      </p:sp>
      <p:pic>
        <p:nvPicPr>
          <p:cNvPr id="21" name="Particular Point Imag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6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テキスト ボックス 21"/>
          <p:cNvSpPr txBox="1"/>
          <p:nvPr/>
        </p:nvSpPr>
        <p:spPr>
          <a:xfrm>
            <a:off x="7286625" y="5295901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肘の下面は丸く面取りを施し、握りやすくしました。</a:t>
            </a:r>
          </a:p>
        </p:txBody>
      </p:sp>
      <p:pic>
        <p:nvPicPr>
          <p:cNvPr id="23" name="Particular Point Imag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1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テキスト ボックス 23"/>
          <p:cNvSpPr txBox="1"/>
          <p:nvPr/>
        </p:nvSpPr>
        <p:spPr>
          <a:xfrm>
            <a:off x="885825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背と肘の下に開口部を設けたゴミが溜まりにくい設計で、メンテナンスも容易です。</a:t>
            </a:r>
          </a:p>
        </p:txBody>
      </p:sp>
      <p:pic>
        <p:nvPicPr>
          <p:cNvPr id="25" name="Particular Point Imag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82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テキスト ボックス 25"/>
          <p:cNvSpPr txBox="1"/>
          <p:nvPr/>
        </p:nvSpPr>
        <p:spPr>
          <a:xfrm>
            <a:off x="12382500" y="1343026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お使いになる方の体型に合わせ、背の高さを選べます。</a:t>
            </a:r>
          </a:p>
        </p:txBody>
      </p:sp>
      <p:pic>
        <p:nvPicPr>
          <p:cNvPr id="27" name="Particular Point 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01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テキスト ボックス 27"/>
          <p:cNvSpPr txBox="1"/>
          <p:nvPr/>
        </p:nvSpPr>
        <p:spPr>
          <a:xfrm>
            <a:off x="14001750" y="1343025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4脚までスタッキングできます。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56861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テキスト ボックス 6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パンフレットスタンド（2列4段）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S・OG-960・A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サイズ(mm)：W510・D460・H1335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質量：10.7kg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素材：主材：スチールパイプ・粉体塗装</a:t>
            </a:r>
          </a:p>
        </p:txBody>
      </p:sp>
    </p:spTree>
    <p:extLst>
      <p:ext uri="{BB962C8B-B14F-4D97-AF65-F5344CB8AC3E}">
        <p14:creationId xmlns:p14="http://schemas.microsoft.com/office/powerpoint/2010/main" val="311370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pic>
        <p:nvPicPr>
          <p:cNvPr id="3" name="Product 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突板（W3600・D1400・OM）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S・TW-H820・C・OM/S・LW-H820・C・OM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サイズ(mm)：W3600・D1400・H720</a:t>
            </a:r>
          </a:p>
        </p:txBody>
      </p:sp>
      <p:pic>
        <p:nvPicPr>
          <p:cNvPr id="7" name="Color Chi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57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1" y="4686301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8426" y="4686301"/>
            <a:ext cx="142875" cy="142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1643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161925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b="1">
                <a:solidFill>
                  <a:srgbClr val="0C0C0C">
                    <a:alpha val="100000"/>
                  </a:srgbClr>
                </a:solidFill>
                <a:latin typeface="Yu Gothic"/>
              </a:rPr>
              <a:t>詳細スペック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429000" y="209551"/>
            <a:ext cx="3810000" cy="307777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4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09750" y="523875"/>
            <a:ext cx="66675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800" b="1">
                <a:solidFill>
                  <a:srgbClr val="B12704">
                    <a:alpha val="100000"/>
                  </a:srgbClr>
                </a:solidFill>
                <a:latin typeface="Yu Gothic"/>
              </a:rPr>
              <a:t>※必ず以下のセットでご注文ください</a:t>
            </a:r>
          </a:p>
        </p:txBody>
      </p:sp>
      <p:pic>
        <p:nvPicPr>
          <p:cNvPr id="5" name="Product 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天板 突板（W3600・D1400・OM）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S・TW-H820・C・OM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サイズ(mm)：W3600・D1400・t30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質量：108kg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素材：天板：天然木突板・ウレタン塗装
木口：天然木突板・ウレタン塗装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※脚(S･LW-H820)と組み合わせてご使用ください。</a:t>
            </a:r>
          </a:p>
        </p:txBody>
      </p:sp>
      <p:pic>
        <p:nvPicPr>
          <p:cNvPr id="7" name="Color Chi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1" y="1781176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6" y="1781176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1" y="1781176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826" y="1781176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1" y="1781176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4714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脚（W3600・D1400・OM）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S・LW-H820・C・OM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素材：脚：オーク材・ウレタン塗装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※天板（S･TW-H820）と組み合わせてご使用ください。</a:t>
            </a:r>
          </a:p>
        </p:txBody>
      </p:sp>
      <p:pic>
        <p:nvPicPr>
          <p:cNvPr id="18" name="Color Chi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1781176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1" y="1781176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6" y="1781176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1" y="1781176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6" y="1781176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625" y="3209925"/>
            <a:ext cx="171450" cy="171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757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ワイド画面</PresentationFormat>
  <Paragraphs>55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</vt:lpstr>
      <vt:lpstr>游ゴシック Light</vt:lpstr>
      <vt:lpstr>Arial</vt:lpstr>
      <vt:lpstr>Century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2026-03-23T00:24:05Z</dcterms:created>
  <dcterms:modified xsi:type="dcterms:W3CDTF">2026-03-23T00:24:05Z</dcterms:modified>
</cp:coreProperties>
</file>