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xml" ContentType="application/vnd.openxmlformats-officedocument.presentationml.slide+xml"/>
  <Default Extension="gif" ContentType="image/gif"/>
  <Default Extension="jpg" ContentType="image/jpeg"/>
  <Default Extension="jpeg" ContentType="image/jpeg"/>
  <Default Extension="png" ContentType="image/png"/>
  <Default Extension="xlsx" ContentType="application/vnd.openxmlformats-officedocument.spreadsheetml.sheet"/>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9144000" cy="6858000" type="screen4x3"/>
  <p:notesSz cx="6858000" cy="9144000"/>
  <p:defaultTextStyle>
    <a:defPPr>
      <a:defRPr lang="fr-F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lastView="sldView">
  <p:slideViewPr>
    <p:cSldViewPr>
      <p:cViewPr>
        <p:scale>
          <a:sx d="100" n="100"/>
          <a:sy d="100" n="100"/>
        </p:scale>
        <p:origin x="0" y="0"/>
      </p:cViewPr>
    </p:cSldViewPr>
  </p:slide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theme" Target="theme/theme1.xml"/>
  <Relationship Id="rId3" Type="http://schemas.openxmlformats.org/officeDocument/2006/relationships/slide" Target="slides/slide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footer-logo1.pn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285750" y="6619875"/>
          <a:ext cx="4438650" cy="6810375"/>
          <a:chOff x="285750" y="6619875"/>
          <a:chExt cx="4438650" cy="6810375"/>
        </a:xfrm>
      </p:grpSpPr>
      <p:pic>
        <p:nvPicPr>
          <p:cNvPr id="2" name="Footer Logo 1" descr=""/>
          <p:cNvPicPr>
            <a:picLocks noChangeAspect="1"/>
          </p:cNvPicPr>
          <p:nvPr/>
        </p:nvPicPr>
        <p:blipFill>
          <a:blip r:embed="rId2"/>
          <a:stretch>
            <a:fillRect/>
          </a:stretch>
        </p:blipFill>
        <p:spPr>
          <a:xfrm>
            <a:off x="285750" y="6619875"/>
            <a:ext cx="571500" cy="190500"/>
          </a:xfrm>
          <a:prstGeom prst="rect">
            <a:avLst/>
          </a:prstGeom>
          <a:noFill/>
        </p:spPr>
      </p:pic>
      <p:sp>
        <p:nvSpPr>
          <p:cNvPr id="3" name=""/>
          <p:cNvSpPr txBox="1"/>
          <p:nvPr/>
        </p:nvSpPr>
        <p:spPr>
          <a:xfrm>
            <a:off x="904875" y="6677025"/>
            <a:ext cx="542925"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anchorCtr="0" rtlCol="0" vert="horz" bIns="9525" lIns="76200" rIns="76200" tIns="9525">
            <a:spAutoFit/>
          </a:bodyPr>
          <a:lstStyle/>
          <a:p>
            <a:pPr algn="l" rtl="0" fontAlgn="base" marL="0" marR="0" indent="0" lvl="0">
              <a:lnSpc>
                <a:spcPct val="100000"/>
              </a:lnSpc>
              <a:spcBef>
                <a:spcPts val="0"/>
              </a:spcBef>
              <a:spcAft>
                <a:spcPts val="0"/>
              </a:spcAft>
            </a:pPr>
            <a:r>
              <a:rPr lang="en-US" strike="noStrike" sz="600" spc="0" u="none" cap="none">
                <a:solidFill>
                  <a:srgbClr val="FFFFFF">
                    <a:alpha val="100000"/>
                  </a:srgbClr>
                </a:solidFill>
                <a:latin typeface="Yu Gothic"/>
              </a:rPr>
              <a:t><![CDATA[関係者外秘]]></a:t>
            </a:r>
          </a:p>
        </p:txBody>
      </p:sp>
      <p:sp>
        <p:nvSpPr>
          <p:cNvPr id="4" name=""/>
          <p:cNvSpPr txBox="1"/>
          <p:nvPr/>
        </p:nvSpPr>
        <p:spPr>
          <a:xfrm>
            <a:off x="1447800" y="6677025"/>
            <a:ext cx="609600" cy="114300"/>
          </a:xfrm>
          <a:prstGeom prst="rect">
            <a:avLst/>
          </a:prstGeom>
          <a:noFill/>
          <a:ln w="9525" cap="flat" cmpd="sng" algn="ctr">
            <a:solidFill>
              <a:srgbClr val="7F7F7F">
                <a:alpha val="100000"/>
              </a:srgbClr>
            </a:solidFill>
            <a:prstDash val="solid"/>
            <a:round/>
            <a:headEnd type="none" w="med" len="med"/>
            <a:tailEnd type="none" w="med" len="med"/>
          </a:ln>
        </p:spPr>
        <p:txBody>
          <a:bodyPr anchorCtr="0" rtlCol="0" vert="horz" bIns="9525" lIns="76200" rIns="76200" tIns="9525">
            <a:spAutoFit/>
          </a:bodyPr>
          <a:lstStyle/>
          <a:p>
            <a:pPr algn="l" rtl="0" fontAlgn="base" marL="0" marR="0" indent="0" lvl="0">
              <a:lnSpc>
                <a:spcPct val="100000"/>
              </a:lnSpc>
              <a:spcBef>
                <a:spcPts val="0"/>
              </a:spcBef>
              <a:spcAft>
                <a:spcPts val="0"/>
              </a:spcAft>
            </a:pPr>
            <a:r>
              <a:rPr lang="en-US" strike="noStrike" sz="600" spc="0" u="none" cap="none">
                <a:solidFill>
                  <a:srgbClr val="7F7F7F">
                    <a:alpha val="100000"/>
                  </a:srgbClr>
                </a:solidFill>
                <a:latin typeface="Century Gothic"/>
              </a:rPr>
              <a:t><![CDATA[Confidential]]></a:t>
            </a:r>
          </a:p>
        </p:txBody>
      </p:sp>
      <p:sp>
        <p:nvSpPr>
          <p:cNvPr id="5" name=""/>
          <p:cNvSpPr txBox="1"/>
          <p:nvPr/>
        </p:nvSpPr>
        <p:spPr>
          <a:xfrm>
            <a:off x="2057400" y="6677025"/>
            <a:ext cx="2381250" cy="114300"/>
          </a:xfrm>
          <a:prstGeom prst="rect">
            <a:avLst/>
          </a:prstGeom>
          <a:noFill/>
        </p:spPr>
        <p:txBody>
          <a:bodyPr anchorCtr="0" rtlCol="0" vert="horz" bIns="9525" lIns="76200" rIns="76200" tIns="9525">
            <a:spAutoFit/>
          </a:bodyPr>
          <a:lstStyle/>
          <a:p>
            <a:pPr algn="l" rtl="0" fontAlgn="base" marL="0" marR="0" indent="0" lvl="0">
              <a:lnSpc>
                <a:spcPct val="100000"/>
              </a:lnSpc>
              <a:spcBef>
                <a:spcPts val="0"/>
              </a:spcBef>
              <a:spcAft>
                <a:spcPts val="0"/>
              </a:spcAft>
            </a:pPr>
            <a:r>
              <a:rPr lang="en-US" strike="noStrike" sz="600" spc="0" u="none" cap="none">
                <a:solidFill>
                  <a:srgbClr val="7F7F7F">
                    <a:alpha val="100000"/>
                  </a:srgbClr>
                </a:solidFill>
                <a:latin typeface="Century Gothic"/>
              </a:rPr>
              <a:t><![CDATA[© OLIVER CORPORATION All rights reserved.]]></a:t>
            </a:r>
          </a:p>
        </p:txBody>
      </p:sp>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footer-logo1.png"/>
  <Relationship Id="rId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Footer Logo 1" descr=""/>
          <p:cNvPicPr>
            <a:picLocks noChangeAspect="1"/>
          </p:cNvPicPr>
          <p:nvPr/>
        </p:nvPicPr>
        <p:blipFill>
          <a:blip r:embed="rId2"/>
          <a:stretch>
            <a:fillRect/>
          </a:stretch>
        </p:blipFill>
        <p:spPr>
          <a:xfrm>
            <a:off x="285750" y="6619875"/>
            <a:ext cx="571500" cy="190500"/>
          </a:xfrm>
          <a:prstGeom prst="rect">
            <a:avLst/>
          </a:prstGeom>
          <a:noFill/>
        </p:spPr>
      </p:pic>
      <p:sp>
        <p:nvSpPr>
          <p:cNvPr id="3" name=""/>
          <p:cNvSpPr txBox="1"/>
          <p:nvPr/>
        </p:nvSpPr>
        <p:spPr>
          <a:xfrm>
            <a:off x="904875" y="6677025"/>
            <a:ext cx="542925"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anchorCtr="0" rtlCol="0" vert="horz" bIns="9525" lIns="76200" rIns="76200" tIns="9525">
            <a:spAutoFit/>
          </a:bodyPr>
          <a:lstStyle/>
          <a:p>
            <a:pPr algn="l" rtl="0" fontAlgn="base" marL="0" marR="0" indent="0" lvl="0">
              <a:lnSpc>
                <a:spcPct val="100000"/>
              </a:lnSpc>
              <a:spcBef>
                <a:spcPts val="0"/>
              </a:spcBef>
              <a:spcAft>
                <a:spcPts val="0"/>
              </a:spcAft>
            </a:pPr>
            <a:r>
              <a:rPr lang="en-US" strike="noStrike" sz="600" spc="0" u="none" cap="none">
                <a:solidFill>
                  <a:srgbClr val="FFFFFF">
                    <a:alpha val="100000"/>
                  </a:srgbClr>
                </a:solidFill>
                <a:latin typeface="Yu Gothic"/>
              </a:rPr>
              <a:t><![CDATA[関係者外秘]]></a:t>
            </a:r>
          </a:p>
        </p:txBody>
      </p:sp>
      <p:sp>
        <p:nvSpPr>
          <p:cNvPr id="4" name=""/>
          <p:cNvSpPr txBox="1"/>
          <p:nvPr/>
        </p:nvSpPr>
        <p:spPr>
          <a:xfrm>
            <a:off x="1447800" y="6677025"/>
            <a:ext cx="609600" cy="114300"/>
          </a:xfrm>
          <a:prstGeom prst="rect">
            <a:avLst/>
          </a:prstGeom>
          <a:noFill/>
          <a:ln w="9525" cap="flat" cmpd="sng" algn="ctr">
            <a:solidFill>
              <a:srgbClr val="7F7F7F">
                <a:alpha val="100000"/>
              </a:srgbClr>
            </a:solidFill>
            <a:prstDash val="solid"/>
            <a:round/>
            <a:headEnd type="none" w="med" len="med"/>
            <a:tailEnd type="none" w="med" len="med"/>
          </a:ln>
        </p:spPr>
        <p:txBody>
          <a:bodyPr anchorCtr="0" rtlCol="0" vert="horz" bIns="9525" lIns="76200" rIns="76200" tIns="9525">
            <a:spAutoFit/>
          </a:bodyPr>
          <a:lstStyle/>
          <a:p>
            <a:pPr algn="l" rtl="0" fontAlgn="base" marL="0" marR="0" indent="0" lvl="0">
              <a:lnSpc>
                <a:spcPct val="100000"/>
              </a:lnSpc>
              <a:spcBef>
                <a:spcPts val="0"/>
              </a:spcBef>
              <a:spcAft>
                <a:spcPts val="0"/>
              </a:spcAft>
            </a:pPr>
            <a:r>
              <a:rPr lang="en-US" strike="noStrike" sz="600" spc="0" u="none" cap="none">
                <a:solidFill>
                  <a:srgbClr val="7F7F7F">
                    <a:alpha val="100000"/>
                  </a:srgbClr>
                </a:solidFill>
                <a:latin typeface="Century Gothic"/>
              </a:rPr>
              <a:t><![CDATA[Confidential]]></a:t>
            </a:r>
          </a:p>
        </p:txBody>
      </p:sp>
      <p:sp>
        <p:nvSpPr>
          <p:cNvPr id="5" name=""/>
          <p:cNvSpPr txBox="1"/>
          <p:nvPr/>
        </p:nvSpPr>
        <p:spPr>
          <a:xfrm>
            <a:off x="2057400" y="6677025"/>
            <a:ext cx="2381250" cy="114300"/>
          </a:xfrm>
          <a:prstGeom prst="rect">
            <a:avLst/>
          </a:prstGeom>
          <a:noFill/>
        </p:spPr>
        <p:txBody>
          <a:bodyPr anchorCtr="0" rtlCol="0" vert="horz" bIns="9525" lIns="76200" rIns="76200" tIns="9525">
            <a:spAutoFit/>
          </a:bodyPr>
          <a:lstStyle/>
          <a:p>
            <a:pPr algn="l" rtl="0" fontAlgn="base" marL="0" marR="0" indent="0" lvl="0">
              <a:lnSpc>
                <a:spcPct val="100000"/>
              </a:lnSpc>
              <a:spcBef>
                <a:spcPts val="0"/>
              </a:spcBef>
              <a:spcAft>
                <a:spcPts val="0"/>
              </a:spcAft>
            </a:pPr>
            <a:r>
              <a:rPr lang="en-US" strike="noStrike" sz="600" spc="0" u="none" cap="none">
                <a:solidFill>
                  <a:srgbClr val="7F7F7F">
                    <a:alpha val="100000"/>
                  </a:srgbClr>
                </a:solidFill>
                <a:latin typeface="Century Gothic"/>
              </a:rPr>
              <a:t><![CDATA[© OLIVER CORPORATION All rights reserved.]]></a:t>
            </a:r>
          </a:p>
        </p:txBody>
      </p:sp>
    </p:spTree>
  </p:cSld>
  <p:clrMap bg1="lt1" tx1="dk1" bg2="lt2" tx2="dk2" accent1="accent1" accent2="accent2" accent3="accent3" accent4="accent4" accent5="accent5" accent6="accent6" hlink="hlink" folHlink="folHlink"/>
  <p:sldLayoutIdLst>
    <p:sldLayoutId id="2463351939" r:id="rId1"/>
  </p:sldLayoutIdLst>
  <p:txStyles>
    <p:titleStyle>
      <a:lvl1pPr algn="ctr">
        <a:defRPr sz="4400" kern="1200">
          <a:solidFill>
            <a:schemeClr val="lt1"/>
          </a:solidFill>
        </a:defRPr>
      </a:lvl1pPr>
      <a:extLst/>
    </p:titleStyle>
    <p:bodyStyle>
      <a:lvl1pPr algn="ctr" indent="-342900">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ppt_169c236b16d6b2.svg2.png"/>
  <Relationship Id="rId3" Type="http://schemas.openxmlformats.org/officeDocument/2006/relationships/image" Target="../media/ppt_169c236b17ca7e.svg3.png"/>
  <Relationship Id="rId4" Type="http://schemas.openxmlformats.org/officeDocument/2006/relationships/image" Target="../media/ppt_169c236b19609d4.jpg"/>
  <Relationship Id="rId5" Type="http://schemas.openxmlformats.org/officeDocument/2006/relationships/image" Target="../media/ppt_169c236b1ad5715.jpg"/>
  <Relationship Id="rId6" Type="http://schemas.openxmlformats.org/officeDocument/2006/relationships/image" Target="../media/ppt_169c236b1c119c6.jpg"/>
  <Relationship Id="rId7" Type="http://schemas.openxmlformats.org/officeDocument/2006/relationships/image" Target="../media/ppt_169c236b1d62317.jpg"/>
  <Relationship Id="rId8" Type="http://schemas.openxmlformats.org/officeDocument/2006/relationships/image" Target="../media/ppt_169c236b1dcc3d8.jpg"/>
  <Relationship Id="rId9" Type="http://schemas.openxmlformats.org/officeDocument/2006/relationships/image" Target="../media/ppt_169c236b1e3d559.jpg"/>
  <Relationship Id="rId10" Type="http://schemas.openxmlformats.org/officeDocument/2006/relationships/image" Target="../media/ppt_169c236b20338d10.jpg"/>
  <Relationship Id="rId11" Type="http://schemas.openxmlformats.org/officeDocument/2006/relationships/hyperlink" Target="https://www.oliverinc.co.jp/products/detail?id=SCS482BK" TargetMode="External"/>
  <Relationship Id="rId12" Type="http://schemas.openxmlformats.org/officeDocument/2006/relationships/hyperlink" Target="https://www.oliverinc.co.jp/products/detail?id=SCS482BK"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
          <p:cNvSpPr txBox="1"/>
          <p:nvPr/>
        </p:nvSpPr>
        <p:spPr>
          <a:xfrm>
            <a:off x="285750" y="190500"/>
            <a:ext cx="5715000" cy="4762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2000" spc="0" u="sng" cap="none">
                <a:solidFill>
                  <a:srgbClr val="333333">
                    <a:alpha val="100000"/>
                  </a:srgbClr>
                </a:solidFill>
                <a:latin typeface="Century Gothic"/>
                <a:hlinkClick r:id="rId11" tooltip="">
                  <a:extLst>
                    <a:ext uri="{A12FA001-AC4F-418D-AE19-62706E023703}">
                      <ahyp:hlinkClr xmlns:ahyp="http://schemas.microsoft.com/office/drawing/2018/hyperlinkcolor" val="tx"/>
                    </a:ext>
                  </a:extLst>
                </a:hlinkClick>
              </a:rPr>
              <a:t><![CDATA[S・CS-482]]></a:t>
            </a:r>
          </a:p>
        </p:txBody>
      </p:sp>
      <p:pic>
        <p:nvPicPr>
          <p:cNvPr id="3" name="Mark 1" descr=""/>
          <p:cNvPicPr>
            <a:picLocks noChangeAspect="1"/>
          </p:cNvPicPr>
          <p:nvPr/>
        </p:nvPicPr>
        <p:blipFill>
          <a:blip r:embed="rId2"/>
          <a:stretch>
            <a:fillRect/>
          </a:stretch>
        </p:blipFill>
        <p:spPr>
          <a:xfrm>
            <a:off x="8686800" y="238125"/>
            <a:ext cx="171450" cy="171450"/>
          </a:xfrm>
          <a:prstGeom prst="rect">
            <a:avLst/>
          </a:prstGeom>
          <a:noFill/>
        </p:spPr>
      </p:pic>
      <p:pic>
        <p:nvPicPr>
          <p:cNvPr id="4" name="Mark 2" descr=""/>
          <p:cNvPicPr>
            <a:picLocks noChangeAspect="1"/>
          </p:cNvPicPr>
          <p:nvPr/>
        </p:nvPicPr>
        <p:blipFill>
          <a:blip r:embed="rId3"/>
          <a:stretch>
            <a:fillRect/>
          </a:stretch>
        </p:blipFill>
        <p:spPr>
          <a:xfrm>
            <a:off x="8486775" y="238125"/>
            <a:ext cx="180975" cy="171450"/>
          </a:xfrm>
          <a:prstGeom prst="rect">
            <a:avLst/>
          </a:prstGeom>
          <a:noFill/>
        </p:spPr>
      </p:pic>
      <p:pic>
        <p:nvPicPr>
          <p:cNvPr id="5" name="Product Image 1" descr=""/>
          <p:cNvPicPr>
            <a:picLocks noChangeAspect="1"/>
          </p:cNvPicPr>
          <p:nvPr/>
        </p:nvPicPr>
        <p:blipFill>
          <a:blip r:embed="rId4"/>
          <a:stretch>
            <a:fillRect/>
          </a:stretch>
        </p:blipFill>
        <p:spPr>
          <a:xfrm>
            <a:off x="285750" y="1333500"/>
            <a:ext cx="2095500" cy="2095500"/>
          </a:xfrm>
          <a:prstGeom prst="rect">
            <a:avLst/>
          </a:prstGeom>
          <a:noFill/>
        </p:spPr>
      </p:pic>
      <p:pic>
        <p:nvPicPr>
          <p:cNvPr id="6" name="Product Image 2" descr=""/>
          <p:cNvPicPr>
            <a:picLocks noChangeAspect="1"/>
          </p:cNvPicPr>
          <p:nvPr/>
        </p:nvPicPr>
        <p:blipFill>
          <a:blip r:embed="rId5"/>
          <a:stretch>
            <a:fillRect/>
          </a:stretch>
        </p:blipFill>
        <p:spPr>
          <a:xfrm>
            <a:off x="2428875" y="1333500"/>
            <a:ext cx="2085975" cy="1390650"/>
          </a:xfrm>
          <a:prstGeom prst="rect">
            <a:avLst/>
          </a:prstGeom>
          <a:noFill/>
        </p:spPr>
      </p:pic>
      <p:pic>
        <p:nvPicPr>
          <p:cNvPr id="7" name="Product Image 3" descr=""/>
          <p:cNvPicPr>
            <a:picLocks noChangeAspect="1"/>
          </p:cNvPicPr>
          <p:nvPr/>
        </p:nvPicPr>
        <p:blipFill>
          <a:blip r:embed="rId6"/>
          <a:stretch>
            <a:fillRect/>
          </a:stretch>
        </p:blipFill>
        <p:spPr>
          <a:xfrm>
            <a:off x="4572000" y="1333500"/>
            <a:ext cx="1571625" cy="2095500"/>
          </a:xfrm>
          <a:prstGeom prst="rect">
            <a:avLst/>
          </a:prstGeom>
          <a:noFill/>
        </p:spPr>
      </p:pic>
      <p:pic>
        <p:nvPicPr>
          <p:cNvPr id="8" name="Product Image 4" descr=""/>
          <p:cNvPicPr>
            <a:picLocks noChangeAspect="1"/>
          </p:cNvPicPr>
          <p:nvPr/>
        </p:nvPicPr>
        <p:blipFill>
          <a:blip r:embed="rId7"/>
          <a:stretch>
            <a:fillRect/>
          </a:stretch>
        </p:blipFill>
        <p:spPr>
          <a:xfrm>
            <a:off x="6191250" y="1333500"/>
            <a:ext cx="2095500" cy="2095500"/>
          </a:xfrm>
          <a:prstGeom prst="rect">
            <a:avLst/>
          </a:prstGeom>
          <a:noFill/>
        </p:spPr>
      </p:pic>
      <p:sp>
        <p:nvSpPr>
          <p:cNvPr id="9" name=""/>
          <p:cNvSpPr txBox="1"/>
          <p:nvPr/>
        </p:nvSpPr>
        <p:spPr>
          <a:xfrm>
            <a:off x="285750" y="3810000"/>
            <a:ext cx="3810000" cy="2667000"/>
          </a:xfrm>
          <a:prstGeom prst="rect">
            <a:avLst/>
          </a:prstGeom>
          <a:solidFill>
            <a:srgbClr val="F7F7F7">
              <a:alpha val="100000"/>
            </a:srgbClr>
          </a:solidFill>
        </p:spPr>
        <p:txBody>
          <a:bodyPr anchorCtr="0" rtlCol="0" vert="horz" bIns="238125" lIns="171450" rIns="171450" tIns="238125">
            <a:noAutofit/>
          </a:bodyPr>
          <a:lstStyle/>
          <a:p>
            <a:pPr algn="l" rtl="0" fontAlgn="base" marL="0" marR="0" indent="0" lvl="0">
              <a:lnSpc>
                <a:spcPct val="100000"/>
              </a:lnSpc>
              <a:spcBef>
                <a:spcPts val="0"/>
              </a:spcBef>
              <a:spcAft>
                <a:spcPts val="0"/>
              </a:spcAft>
            </a:pPr>
            <a:r>
              <a:rPr lang="en-US" b="1" strike="noStrike" sz="900" spc="0" u="none" cap="none">
                <a:solidFill>
                  <a:srgbClr val="333333">
                    <a:alpha val="100000"/>
                  </a:srgbClr>
                </a:solidFill>
                <a:latin typeface="Yu Gothic"/>
              </a:rPr>
              <a:t><![CDATA[ミーティングチェア（BK）]]></a:t>
            </a:r>
          </a:p>
          <a:p>
            <a:pPr algn="l" rtl="0" fontAlgn="base" marL="0" marR="0" indent="0" lvl="0">
              <a:lnSpc>
                <a:spcPct val="100000"/>
              </a:lnSpc>
              <a:spcBef>
                <a:spcPts val="0"/>
              </a:spcBef>
              <a:spcAft>
                <a:spcPts val="0"/>
              </a:spcAft>
            </a:pPr>
            <a:r>
              <a:rPr lang="en-US" b="1" strike="noStrike" sz="1000" spc="0" u="sng" cap="none">
                <a:solidFill>
                  <a:srgbClr val="333333">
                    <a:alpha val="100000"/>
                  </a:srgbClr>
                </a:solidFill>
                <a:latin typeface="Century Gothic"/>
                <a:hlinkClick r:id="rId12" tooltip="">
                  <a:extLst>
                    <a:ext uri="{A12FA001-AC4F-418D-AE19-62706E023703}">
                      <ahyp:hlinkClr xmlns:ahyp="http://schemas.microsoft.com/office/drawing/2018/hyperlinkcolor" val="tx"/>
                    </a:ext>
                  </a:extLst>
                </a:hlinkClick>
              </a:rPr>
              <a:t><![CDATA[S・CS-482・BK]]></a:t>
            </a:r>
          </a:p>
          <a:p>
            <a:pPr algn="l" rtl="0" fontAlgn="base" marL="0" marR="0" indent="0" lvl="0">
              <a:lnSpc>
                <a:spcPct val="100000"/>
              </a:lnSpc>
              <a:spcBef>
                <a:spcPts val="0"/>
              </a:spcBef>
              <a:spcAft>
                <a:spcPts val="0"/>
              </a:spcAft>
            </a:pPr>
            <a:r>
              <a:rPr lang="en-US" strike="noStrike" sz="900" spc="0" u="none" cap="none">
                <a:solidFill>
                  <a:srgbClr val="333333">
                    <a:alpha val="100000"/>
                  </a:srgbClr>
                </a:solidFill>
                <a:latin typeface="Yu Gothic"/>
              </a:rPr>
              <a:t/>
            </a:r>
          </a:p>
          <a:p>
            <a:pPr algn="l" rtl="0" fontAlgn="base" marL="0" marR="0" indent="0" lvl="0">
              <a:lnSpc>
                <a:spcPct val="100000"/>
              </a:lnSpc>
              <a:spcBef>
                <a:spcPts val="0"/>
              </a:spcBef>
              <a:spcAft>
                <a:spcPts val="0"/>
              </a:spcAft>
            </a:pPr>
            <a:r>
              <a:rPr lang="en-US" strike="noStrike" sz="900" spc="0" u="none" cap="none">
                <a:solidFill>
                  <a:srgbClr val="333333">
                    <a:alpha val="100000"/>
                  </a:srgbClr>
                </a:solidFill>
                <a:latin typeface="Yu Gothic"/>
              </a:rPr>
              <a:t><![CDATA[カラーバリエーション：BK・SL
]]></a:t>
            </a:r>
          </a:p>
          <a:p>
            <a:pPr algn="l" rtl="0" fontAlgn="base" marL="0" marR="0" indent="0" lvl="0">
              <a:lnSpc>
                <a:spcPct val="100000"/>
              </a:lnSpc>
              <a:spcBef>
                <a:spcPts val="0"/>
              </a:spcBef>
              <a:spcAft>
                <a:spcPts val="0"/>
              </a:spcAft>
            </a:pPr>
            <a:r>
              <a:rPr lang="en-US" strike="noStrike" sz="900" spc="0" u="none" cap="none">
                <a:solidFill>
                  <a:srgbClr val="333333">
                    <a:alpha val="100000"/>
                  </a:srgbClr>
                </a:solidFill>
                <a:latin typeface="Yu Gothic"/>
              </a:rPr>
              <a:t><![CDATA[サイズ(mm)：W585・D590・H865・SH450]]></a:t>
            </a:r>
          </a:p>
          <a:p>
            <a:pPr algn="l" rtl="0" fontAlgn="base" marL="0" marR="0" indent="0" lvl="0">
              <a:lnSpc>
                <a:spcPct val="100000"/>
              </a:lnSpc>
              <a:spcBef>
                <a:spcPts val="0"/>
              </a:spcBef>
              <a:spcAft>
                <a:spcPts val="0"/>
              </a:spcAft>
            </a:pPr>
            <a:r>
              <a:rPr lang="en-US" strike="noStrike" sz="900" spc="0" u="none" cap="none">
                <a:solidFill>
                  <a:srgbClr val="333333">
                    <a:alpha val="100000"/>
                  </a:srgbClr>
                </a:solidFill>
                <a:latin typeface="Yu Gothic"/>
              </a:rPr>
              <a:t><![CDATA[質量：10kg]]></a:t>
            </a:r>
          </a:p>
          <a:p>
            <a:pPr algn="l" rtl="0" fontAlgn="base" marL="0" marR="0" indent="0" lvl="0">
              <a:lnSpc>
                <a:spcPct val="100000"/>
              </a:lnSpc>
              <a:spcBef>
                <a:spcPts val="0"/>
              </a:spcBef>
              <a:spcAft>
                <a:spcPts val="0"/>
              </a:spcAft>
            </a:pPr>
            <a:r>
              <a:rPr lang="en-US" strike="noStrike" sz="900" spc="0" u="none" cap="none">
                <a:solidFill>
                  <a:srgbClr val="333333">
                    <a:alpha val="100000"/>
                  </a:srgbClr>
                </a:solidFill>
                <a:latin typeface="Yu Gothic"/>
              </a:rPr>
              <a:t><![CDATA[素材：脚：スチール・φ60ナイロンキャスター]]></a:t>
            </a:r>
          </a:p>
          <a:p>
            <a:pPr algn="l" rtl="0" fontAlgn="base" marL="0" marR="0" indent="0" lvl="0">
              <a:lnSpc>
                <a:spcPct val="100000"/>
              </a:lnSpc>
              <a:spcBef>
                <a:spcPts val="0"/>
              </a:spcBef>
              <a:spcAft>
                <a:spcPts val="0"/>
              </a:spcAft>
            </a:pPr>
            <a:r>
              <a:rPr lang="en-US" strike="noStrike" sz="800" spc="0" u="none" cap="none">
                <a:solidFill>
                  <a:srgbClr val="7F7F7F">
                    <a:alpha val="100000"/>
                  </a:srgbClr>
                </a:solidFill>
                <a:latin typeface="Yu Gothic"/>
              </a:rPr>
              <a:t><![CDATA[
※Aランク張地対応不可
※製品の仕様上、対応できない張地がございます。
※回転機能なし]]></a:t>
            </a:r>
          </a:p>
        </p:txBody>
      </p:sp>
      <p:pic>
        <p:nvPicPr>
          <p:cNvPr id="10" name="Color Chip 1" descr=""/>
          <p:cNvPicPr>
            <a:picLocks noChangeAspect="1"/>
          </p:cNvPicPr>
          <p:nvPr/>
        </p:nvPicPr>
        <p:blipFill>
          <a:blip r:embed="rId8"/>
          <a:stretch>
            <a:fillRect/>
          </a:stretch>
        </p:blipFill>
        <p:spPr>
          <a:xfrm>
            <a:off x="466725" y="4686300"/>
            <a:ext cx="142875" cy="142875"/>
          </a:xfrm>
          <a:prstGeom prst="rect">
            <a:avLst/>
          </a:prstGeom>
          <a:noFill/>
        </p:spPr>
      </p:pic>
      <p:pic>
        <p:nvPicPr>
          <p:cNvPr id="11" name="Color Chip 2" descr=""/>
          <p:cNvPicPr>
            <a:picLocks noChangeAspect="1"/>
          </p:cNvPicPr>
          <p:nvPr/>
        </p:nvPicPr>
        <p:blipFill>
          <a:blip r:embed="rId9"/>
          <a:stretch>
            <a:fillRect/>
          </a:stretch>
        </p:blipFill>
        <p:spPr>
          <a:xfrm>
            <a:off x="628650" y="4686300"/>
            <a:ext cx="142875" cy="142875"/>
          </a:xfrm>
          <a:prstGeom prst="rect">
            <a:avLst/>
          </a:prstGeom>
          <a:noFill/>
        </p:spPr>
      </p:pic>
      <p:sp>
        <p:nvSpPr>
          <p:cNvPr id="12" name=""/>
          <p:cNvSpPr txBox="1"/>
          <p:nvPr/>
        </p:nvSpPr>
        <p:spPr>
          <a:xfrm>
            <a:off x="4191000" y="3810000"/>
            <a:ext cx="952500" cy="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600" spc="0" u="none" cap="none">
                <a:solidFill>
                  <a:srgbClr val="333333">
                    <a:alpha val="100000"/>
                  </a:srgbClr>
                </a:solidFill>
                <a:latin typeface="Century Gothic"/>
              </a:rPr>
              <a:t><![CDATA[Point]]></a:t>
            </a:r>
          </a:p>
        </p:txBody>
      </p:sp>
      <p:cxnSp>
        <p:nvCxnSpPr>
          <p:cNvPr id="13" name=""/>
          <p:cNvCxnSpPr/>
          <p:nvPr/>
        </p:nvCxnSpPr>
        <p:spPr>
          <a:xfrm>
            <a:off x="4191000" y="4095750"/>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descr=""/>
          <p:cNvPicPr>
            <a:picLocks noChangeAspect="1"/>
          </p:cNvPicPr>
          <p:nvPr/>
        </p:nvPicPr>
        <p:blipFill>
          <a:blip r:embed="rId10"/>
          <a:stretch>
            <a:fillRect/>
          </a:stretch>
        </p:blipFill>
        <p:spPr>
          <a:xfrm>
            <a:off x="4191000" y="4191000"/>
            <a:ext cx="1514475" cy="1009650"/>
          </a:xfrm>
          <a:prstGeom prst="rect">
            <a:avLst/>
          </a:prstGeom>
          <a:noFill/>
        </p:spPr>
      </p:pic>
      <p:sp>
        <p:nvSpPr>
          <p:cNvPr id="15" name=""/>
          <p:cNvSpPr txBox="1"/>
          <p:nvPr/>
        </p:nvSpPr>
        <p:spPr>
          <a:xfrm>
            <a:off x="4191000" y="5295900"/>
            <a:ext cx="1524000" cy="76200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900" spc="0" u="none" cap="none">
                <a:solidFill>
                  <a:srgbClr val="333333">
                    <a:alpha val="100000"/>
                  </a:srgbClr>
                </a:solidFill>
                <a:latin typeface="Yu Gothic"/>
              </a:rPr>
              <a:t><![CDATA[360度どこから見ても丸みを帯びたデザインがやさしい雰囲気を作り出すシェルタイプのチェアです。]]></a:t>
            </a:r>
          </a:p>
        </p:txBody>
      </p:sp>
    </p:spTree>
  </p:cSld>
  <p:clrMapOvr>
    <a:masterClrMapping/>
  </p:clrMapOvr>
</p:sld>
</file>

<file path=ppt/theme/theme1.xml><?xml version="1.0" encoding="utf-8"?>
<a:theme xmlns:a="http://schemas.openxmlformats.org/drawingml/2006/main" name="Theme18">
  <a:themeElements>
    <a:clrScheme name="Theme18">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18">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1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Slides>
  <ScaleCrop>false</ScaleCrop>
  <HeadingPairs>
    <vt:vector size="4" baseType="variant">
      <vt:variant>
        <vt:lpstr>Theme</vt:lpstr>
      </vt:variant>
      <vt:variant>
        <vt:i4>1</vt:i4>
      </vt:variant>
      <vt:variant>
        <vt:lpstr>Slide Titles</vt:lpstr>
      </vt:variant>
      <vt:variant>
        <vt:i4>1</vt:i4>
      </vt:variant>
    </vt:vector>
  </HeadingPairs>
  <TitlesOfParts>
    <vt:vector size="1" baseType="lpstr">
      <vt:lpstr>Office Theme</vt:lpstr>
    </vt:vector>
  </TitlesOfParts>
  <Company>Unknown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Unknown Creator</dc:creator>
  <cp:lastModifiedBy>Unknown Creator</cp:lastModifiedBy>
  <dcterms:created xsi:type="dcterms:W3CDTF">2026-03-24T07:01:05Z</dcterms:created>
  <dcterms:modified xsi:type="dcterms:W3CDTF">2026-03-24T07:01:05Z</dcterms:modified>
  <dc:title>Untitled Presentation</dc:title>
  <dc:description/>
  <dc:subject/>
  <cp:keywords/>
  <cp:category/>
  <cp:revision/>
  <cp:contentStatus/>
</cp:coreProperties>
</file>

<file path=docProps/custom.xml><?xml version="1.0" encoding="utf-8"?>
<Properties xmlns="http://schemas.openxmlformats.org/officeDocument/2006/custom-properties" xmlns:vt="http://schemas.openxmlformats.org/officeDocument/2006/docPropsVTypes"/>
</file>