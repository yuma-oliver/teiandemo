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3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A85AAB-1049-C6D6-09B3-CA284C26F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18893CF-58CA-7452-7F3D-241FADA55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D39CF8-4744-CFCB-DD6B-ABD4DA015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605CEA-BF76-CF65-3F56-A9F6FDF8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663EDF-8289-826D-F346-4424E7AC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876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77647-3C48-675F-F9D3-F90A234CD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6EE7AA-F438-EF90-0263-6B5B4739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5C7F04-CCBD-A6FE-6DE7-7BDBE3F4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DB4B8F-B62D-8CAA-50B3-6E3922FF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617427-8655-F05F-067D-B49612B1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08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C4A5B-A086-F712-0D33-8A252375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A00106-3D3C-EB8E-265B-53AB0C44E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A3BE49-131E-7DE6-59A2-54A4E8BE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2A1AD9-271D-44AA-5BEB-3CF6C7493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F29F67-A3BA-AF99-961C-A11AF8A9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63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D6E3B9-1E2D-7849-E091-06B24F6D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7CB2D0-1B7D-03DA-3E22-C71566407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672BBD-BAC2-DE19-93CA-0C848879F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E99351-94F6-87C3-8337-5C6A445C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10BA08-679A-4C79-F745-897669F1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B150C3-00B1-7168-95AD-B54ED525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906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FBE21F-EC84-24E3-79B1-B036C178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740AC8-F63B-5506-213B-A6D5DF1F7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8FDA02-6433-FE2B-CDC4-EAD579831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E4BDF1-CBBE-E3E6-300A-93F011BB7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74642DB-5F42-D0A4-4D7F-163DFAA23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2EF556-A1B3-AA6B-B6D9-155EF159F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604556-28D2-BF62-F6A9-8B4E8FD8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B2CABA8-2D61-50DF-DAB2-3562E98B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66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33D1CE-6036-DED7-0F60-337C260FD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9EB2BA-15B3-00E3-EB25-F34D27415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0EEB72-71B7-C35F-AF7D-4FFF6D94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4C675CE-A341-0620-AF43-FB3D7CB8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16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19221DF-172F-3904-FC87-28D4E0946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4C0C3E-9D3F-DEDD-B823-0F6EF2303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BFCF78-6D44-7C6D-2FA9-5E4CBEFE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796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39F766-41FF-9964-F2F8-A8CB01D24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71D5C4-ECD4-8759-62AC-0E6A1C324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6312DC-222D-21A8-CA33-63EC36FB0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E96D20-6EB1-E3C8-9FEA-F6E7260F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4F70F7-146F-BADA-4A99-21E83203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F5A27D-0BC8-F4BF-2785-23B6D439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872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9DE128-E592-E143-171C-42B2C407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70D0656-333B-6E95-8873-67F8BB421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CCC8B3-84CD-AF6C-9A45-5985B93C7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C2DB52-A6C9-F941-4B2C-0355ADD3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E4CC5C-926A-240D-7DF1-D66E2C0B5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EBDC92-642B-6757-204F-4792D55E0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513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447E99-465D-7AC2-5EFF-85E4B4D2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2BFBA1-50A4-4748-56E5-3B54D5508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B00B37-652E-B0E0-AFE3-42D058DE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76F5A3-8FF2-CDD8-6862-4C7B5AA8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AD3359-D3B3-BE0B-8DBC-6E376C02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549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1B7F25B-E4D5-2A5E-43AD-07C52DA15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D52BBAA-4286-3BD3-DDDC-9E3871600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F1AC8D-0877-C8B2-6A52-C174AD87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E2ACDF-6288-3311-23AF-8A77DA7D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FAB010-0DFB-E10E-B638-FC7F1218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0891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6619875"/>
          <a:ext cx="4438650" cy="6810375"/>
          <a:chOff x="285750" y="6619875"/>
          <a:chExt cx="4438650" cy="6810375"/>
        </a:xfrm>
      </p:grpSpPr>
      <p:pic>
        <p:nvPicPr>
          <p:cNvPr id="2" name="Footer Logo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619875"/>
            <a:ext cx="762000" cy="190500"/>
          </a:xfrm>
          <a:prstGeom prst="rect">
            <a:avLst/>
          </a:prstGeom>
          <a:noFill/>
        </p:spPr>
      </p:pic>
      <p:sp>
        <p:nvSpPr>
          <p:cNvPr id="3" name="テキスト ボックス 2"/>
          <p:cNvSpPr txBox="1"/>
          <p:nvPr/>
        </p:nvSpPr>
        <p:spPr>
          <a:xfrm>
            <a:off x="1206501" y="6677025"/>
            <a:ext cx="723900" cy="114300"/>
          </a:xfrm>
          <a:prstGeom prst="rect">
            <a:avLst/>
          </a:prstGeom>
          <a:solidFill>
            <a:srgbClr val="7F7F7F">
              <a:alpha val="100000"/>
            </a:srgbClr>
          </a:solidFill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FFFFFF">
                    <a:alpha val="100000"/>
                  </a:srgbClr>
                </a:solidFill>
                <a:latin typeface="Yu Gothic"/>
              </a:rPr>
              <a:t>関係者外秘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930400" y="6677025"/>
            <a:ext cx="812800" cy="114300"/>
          </a:xfrm>
          <a:prstGeom prst="rect">
            <a:avLst/>
          </a:prstGeom>
          <a:noFill/>
          <a:ln w="9525" cap="flat" cmpd="sng" algn="ctr">
            <a:solidFill>
              <a:srgbClr val="7F7F7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Confidential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43200" y="6677025"/>
            <a:ext cx="3175000" cy="114300"/>
          </a:xfrm>
          <a:prstGeom prst="rect">
            <a:avLst/>
          </a:prstGeom>
          <a:noFill/>
        </p:spPr>
        <p:txBody>
          <a:bodyPr vert="horz" lIns="76200" tIns="9525" rIns="76200" bIns="9525" rtlCol="0" anchorCtr="0">
            <a:spAutoFit/>
          </a:bodyPr>
          <a:lstStyle/>
          <a:p>
            <a:pPr marL="0" marR="0" lvl="0" indent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" u="none" strike="noStrike" cap="none" spc="0">
                <a:solidFill>
                  <a:srgbClr val="7F7F7F">
                    <a:alpha val="100000"/>
                  </a:srgbClr>
                </a:solidFill>
                <a:latin typeface="Century Gothic"/>
              </a:rPr>
              <a:t>© OLIVER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7078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2A33476-FB13-C635-DA9D-C36FFC83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859107-A0A9-2FE6-2223-5E2CF4B07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ADA28D-6930-E130-592F-1C64D5419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E6758A-198F-4F63-ADC4-47AE396B0DCF}" type="datetimeFigureOut">
              <a:rPr kumimoji="1" lang="ja-JP" altLang="en-US" smtClean="0"/>
              <a:t>2026/3/23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10CD2A-359B-DD6E-B2F4-5690A6C7A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427239-9A76-24C6-5164-1397421570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63745-A4DB-4182-83E1-70F4B38EF2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40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hyperlink" Target="https://www.oliverinc.co.jp/products/detail?id=SCUA160ACBOKCBK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g"/><Relationship Id="rId18" Type="http://schemas.openxmlformats.org/officeDocument/2006/relationships/image" Target="../media/image25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17" Type="http://schemas.openxmlformats.org/officeDocument/2006/relationships/image" Target="../media/image24.jpg"/><Relationship Id="rId2" Type="http://schemas.openxmlformats.org/officeDocument/2006/relationships/hyperlink" Target="https://www.oliverinc.co.jp/products/detail?id=SCW106ANBACG" TargetMode="External"/><Relationship Id="rId16" Type="http://schemas.openxmlformats.org/officeDocument/2006/relationships/image" Target="../media/image23.jpg"/><Relationship Id="rId20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jpg"/><Relationship Id="rId5" Type="http://schemas.openxmlformats.org/officeDocument/2006/relationships/image" Target="../media/image12.png"/><Relationship Id="rId15" Type="http://schemas.openxmlformats.org/officeDocument/2006/relationships/image" Target="../media/image22.jpg"/><Relationship Id="rId10" Type="http://schemas.openxmlformats.org/officeDocument/2006/relationships/image" Target="../media/image17.jpg"/><Relationship Id="rId19" Type="http://schemas.openxmlformats.org/officeDocument/2006/relationships/image" Target="../media/image26.jpg"/><Relationship Id="rId4" Type="http://schemas.openxmlformats.org/officeDocument/2006/relationships/image" Target="../media/image11.png"/><Relationship Id="rId9" Type="http://schemas.openxmlformats.org/officeDocument/2006/relationships/image" Target="../media/image16.jpg"/><Relationship Id="rId14" Type="http://schemas.openxmlformats.org/officeDocument/2006/relationships/image" Target="../media/image2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oliverinc.co.jp/products/detail?id=SOG960A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10" Type="http://schemas.openxmlformats.org/officeDocument/2006/relationships/image" Target="../media/image37.jpg"/><Relationship Id="rId4" Type="http://schemas.openxmlformats.org/officeDocument/2006/relationships/image" Target="../media/image31.jpg"/><Relationship Id="rId9" Type="http://schemas.openxmlformats.org/officeDocument/2006/relationships/image" Target="../media/image3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39.png"/><Relationship Id="rId3" Type="http://schemas.openxmlformats.org/officeDocument/2006/relationships/image" Target="../media/image30.jpg"/><Relationship Id="rId7" Type="http://schemas.openxmlformats.org/officeDocument/2006/relationships/image" Target="../media/image36.jpg"/><Relationship Id="rId12" Type="http://schemas.openxmlformats.org/officeDocument/2006/relationships/image" Target="../media/image2.png"/><Relationship Id="rId2" Type="http://schemas.openxmlformats.org/officeDocument/2006/relationships/hyperlink" Target="https://www.oliverinc.co.jp/products/detail?id=STWH820COMSLWH820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11" Type="http://schemas.openxmlformats.org/officeDocument/2006/relationships/image" Target="../media/image11.png"/><Relationship Id="rId5" Type="http://schemas.openxmlformats.org/officeDocument/2006/relationships/image" Target="../media/image34.jpg"/><Relationship Id="rId10" Type="http://schemas.openxmlformats.org/officeDocument/2006/relationships/image" Target="../media/image38.png"/><Relationship Id="rId4" Type="http://schemas.openxmlformats.org/officeDocument/2006/relationships/image" Target="../media/image33.jp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Product 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76" y="1333500"/>
            <a:ext cx="2085975" cy="1409700"/>
          </a:xfrm>
          <a:prstGeom prst="rect">
            <a:avLst/>
          </a:prstGeom>
          <a:noFill/>
        </p:spPr>
      </p:pic>
      <p:pic>
        <p:nvPicPr>
          <p:cNvPr id="6" name="Product 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333501"/>
            <a:ext cx="2095500" cy="1571625"/>
          </a:xfrm>
          <a:prstGeom prst="rect">
            <a:avLst/>
          </a:prstGeom>
          <a:noFill/>
        </p:spPr>
      </p:pic>
      <p:pic>
        <p:nvPicPr>
          <p:cNvPr id="7" name="Product 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9125" y="1333501"/>
            <a:ext cx="2095500" cy="1571625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アウトドアチェア（ラウンジ・屋外用・BK）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S・CU-A160・AC・B・OKC・BK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カラーバリエーション：BE・GP・BK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サイズ(mm)：W610・D650・H825・SH430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素材：主材：PPロープ・φ22アルミパイプ・粉体塗装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※座クッションは屋内用・屋外用で仕様が異なります。
※屋内用クッションは、耐水性がありませんので、ご使用時以外は屋内に保管ください。屋外でご使用の場合は、屋外用クッションをご注文ください。</a:t>
            </a:r>
          </a:p>
        </p:txBody>
      </p:sp>
      <p:pic>
        <p:nvPicPr>
          <p:cNvPr id="9" name="Color Chip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1" name="テキスト ボックス 10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articular Point Imag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5715000" y="5295900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ハンモックのような快適な座り心地。</a:t>
            </a:r>
          </a:p>
        </p:txBody>
      </p:sp>
    </p:spTree>
    <p:extLst>
      <p:ext uri="{BB962C8B-B14F-4D97-AF65-F5344CB8AC3E}">
        <p14:creationId xmlns:p14="http://schemas.microsoft.com/office/powerpoint/2010/main" val="8232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-1428750" y="190500"/>
          <a:ext cx="12477750" cy="6477000"/>
          <a:chOff x="-1428750" y="190500"/>
          <a:chExt cx="124777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1" y="238125"/>
            <a:ext cx="161925" cy="171450"/>
          </a:xfrm>
          <a:prstGeom prst="rect">
            <a:avLst/>
          </a:prstGeom>
          <a:noFill/>
        </p:spPr>
      </p:pic>
      <p:pic>
        <p:nvPicPr>
          <p:cNvPr id="6" name="Mark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9776" y="238125"/>
            <a:ext cx="180975" cy="171450"/>
          </a:xfrm>
          <a:prstGeom prst="rect">
            <a:avLst/>
          </a:prstGeom>
          <a:noFill/>
        </p:spPr>
      </p:pic>
      <p:pic>
        <p:nvPicPr>
          <p:cNvPr id="7" name="Mar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9276" y="238125"/>
            <a:ext cx="180975" cy="171450"/>
          </a:xfrm>
          <a:prstGeom prst="rect">
            <a:avLst/>
          </a:prstGeom>
          <a:noFill/>
        </p:spPr>
      </p:pic>
      <p:pic>
        <p:nvPicPr>
          <p:cNvPr id="8" name="Mar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8775" y="238125"/>
            <a:ext cx="171450" cy="171450"/>
          </a:xfrm>
          <a:prstGeom prst="rect">
            <a:avLst/>
          </a:prstGeom>
          <a:noFill/>
        </p:spPr>
      </p:pic>
      <p:pic>
        <p:nvPicPr>
          <p:cNvPr id="9" name="Product Imag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10" name="Product Imag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2876" y="1333501"/>
            <a:ext cx="2085975" cy="1609725"/>
          </a:xfrm>
          <a:prstGeom prst="rect">
            <a:avLst/>
          </a:prstGeom>
          <a:noFill/>
        </p:spPr>
      </p:pic>
      <p:pic>
        <p:nvPicPr>
          <p:cNvPr id="11" name="Product Imag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1" y="1333501"/>
            <a:ext cx="2085975" cy="1609725"/>
          </a:xfrm>
          <a:prstGeom prst="rect">
            <a:avLst/>
          </a:prstGeom>
          <a:noFill/>
        </p:spPr>
      </p:pic>
      <p:pic>
        <p:nvPicPr>
          <p:cNvPr id="12" name="Product Imag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39126" y="1333500"/>
            <a:ext cx="1495425" cy="2095500"/>
          </a:xfrm>
          <a:prstGeom prst="rect">
            <a:avLst/>
          </a:prstGeom>
          <a:noFill/>
        </p:spPr>
      </p:pic>
      <p:pic>
        <p:nvPicPr>
          <p:cNvPr id="13" name="Product Image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428750" y="238125"/>
            <a:ext cx="1038225" cy="800100"/>
          </a:xfrm>
          <a:prstGeom prst="rect">
            <a:avLst/>
          </a:prstGeom>
          <a:noFill/>
        </p:spPr>
      </p:pic>
      <p:sp>
        <p:nvSpPr>
          <p:cNvPr id="14" name="テキスト ボックス 13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高齢者施設向けチェア（全肘・グリップ付・NB）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S・CW-106A・NB・AC・G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カラーバリエーション：MB・NB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サイズ(mm)：W550・D600・H790・SH445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質量：9.4kg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素材：フレーム：ラバーウッド成型合板・ウレタン塗装</a:t>
            </a:r>
          </a:p>
        </p:txBody>
      </p:sp>
      <p:pic>
        <p:nvPicPr>
          <p:cNvPr id="15" name="Color Chip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16" name="Color Chip 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5715000" y="3810000"/>
            <a:ext cx="952500" cy="33855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600">
                <a:solidFill>
                  <a:srgbClr val="333333">
                    <a:alpha val="100000"/>
                  </a:srgbClr>
                </a:solidFill>
                <a:latin typeface="Century Gothic"/>
              </a:rPr>
              <a:t>Point</a:t>
            </a:r>
          </a:p>
        </p:txBody>
      </p:sp>
      <p:cxnSp>
        <p:nvCxnSpPr>
          <p:cNvPr id="18" name="直線コネクタ 17"/>
          <p:cNvCxnSpPr/>
          <p:nvPr/>
        </p:nvCxnSpPr>
        <p:spPr>
          <a:xfrm>
            <a:off x="5715000" y="4095751"/>
            <a:ext cx="4667250" cy="9525"/>
          </a:xfrm>
          <a:prstGeom prst="line">
            <a:avLst/>
          </a:prstGeom>
          <a:ln w="9525" cap="flat" cmpd="sng" algn="ctr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articular Point Imag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1" y="4191000"/>
            <a:ext cx="1514475" cy="1009650"/>
          </a:xfrm>
          <a:prstGeom prst="rect">
            <a:avLst/>
          </a:prstGeom>
          <a:noFill/>
        </p:spPr>
      </p:pic>
      <p:sp>
        <p:nvSpPr>
          <p:cNvPr id="20" name="テキスト ボックス 19"/>
          <p:cNvSpPr txBox="1"/>
          <p:nvPr/>
        </p:nvSpPr>
        <p:spPr>
          <a:xfrm>
            <a:off x="571500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椅子の移動の際に便利な取手が付いています。※人が座った状態での移動はお控えください。</a:t>
            </a:r>
          </a:p>
        </p:txBody>
      </p:sp>
      <p:pic>
        <p:nvPicPr>
          <p:cNvPr id="21" name="Particular Point Image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86626" y="4191000"/>
            <a:ext cx="1514475" cy="1009650"/>
          </a:xfrm>
          <a:prstGeom prst="rect">
            <a:avLst/>
          </a:prstGeom>
          <a:noFill/>
        </p:spPr>
      </p:pic>
      <p:sp>
        <p:nvSpPr>
          <p:cNvPr id="22" name="テキスト ボックス 21"/>
          <p:cNvSpPr txBox="1"/>
          <p:nvPr/>
        </p:nvSpPr>
        <p:spPr>
          <a:xfrm>
            <a:off x="7286625" y="5295901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肘の下面は丸く面取りを施し、握りやすくしました。</a:t>
            </a:r>
          </a:p>
        </p:txBody>
      </p:sp>
      <p:pic>
        <p:nvPicPr>
          <p:cNvPr id="23" name="Particular Point Image 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58251" y="4191000"/>
            <a:ext cx="1514475" cy="1009650"/>
          </a:xfrm>
          <a:prstGeom prst="rect">
            <a:avLst/>
          </a:prstGeom>
          <a:noFill/>
        </p:spPr>
      </p:pic>
      <p:sp>
        <p:nvSpPr>
          <p:cNvPr id="24" name="テキスト ボックス 23"/>
          <p:cNvSpPr txBox="1"/>
          <p:nvPr/>
        </p:nvSpPr>
        <p:spPr>
          <a:xfrm>
            <a:off x="8858250" y="5295901"/>
            <a:ext cx="1524000" cy="6463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背と肘の下に開口部を設けたゴミが溜まりにくい設計で、メンテナンスも容易です。</a:t>
            </a:r>
          </a:p>
        </p:txBody>
      </p:sp>
      <p:pic>
        <p:nvPicPr>
          <p:cNvPr id="25" name="Particular Point Image 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82500" y="238125"/>
            <a:ext cx="1514475" cy="1009650"/>
          </a:xfrm>
          <a:prstGeom prst="rect">
            <a:avLst/>
          </a:prstGeom>
          <a:noFill/>
        </p:spPr>
      </p:pic>
      <p:sp>
        <p:nvSpPr>
          <p:cNvPr id="26" name="テキスト ボックス 25"/>
          <p:cNvSpPr txBox="1"/>
          <p:nvPr/>
        </p:nvSpPr>
        <p:spPr>
          <a:xfrm>
            <a:off x="12382500" y="1343026"/>
            <a:ext cx="1524000" cy="50783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お使いになる方の体型に合わせ、背の高さを選べます。</a:t>
            </a:r>
          </a:p>
        </p:txBody>
      </p:sp>
      <p:pic>
        <p:nvPicPr>
          <p:cNvPr id="27" name="Particular Point Image 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01750" y="238125"/>
            <a:ext cx="1514475" cy="1009650"/>
          </a:xfrm>
          <a:prstGeom prst="rect">
            <a:avLst/>
          </a:prstGeom>
          <a:noFill/>
        </p:spPr>
      </p:pic>
      <p:sp>
        <p:nvSpPr>
          <p:cNvPr id="28" name="テキスト ボックス 27"/>
          <p:cNvSpPr txBox="1"/>
          <p:nvPr/>
        </p:nvSpPr>
        <p:spPr>
          <a:xfrm>
            <a:off x="14001750" y="1343025"/>
            <a:ext cx="152400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4脚までスタッキングできます。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74675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8858250" cy="6477000"/>
          <a:chOff x="285750" y="190500"/>
          <a:chExt cx="8858250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</a:t>
            </a:r>
          </a:p>
        </p:txBody>
      </p:sp>
      <p:pic>
        <p:nvPicPr>
          <p:cNvPr id="3" name="Mar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38125"/>
            <a:ext cx="171450" cy="171450"/>
          </a:xfrm>
          <a:prstGeom prst="rect">
            <a:avLst/>
          </a:prstGeom>
          <a:noFill/>
        </p:spPr>
      </p:pic>
      <p:pic>
        <p:nvPicPr>
          <p:cNvPr id="4" name="Mar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38125"/>
            <a:ext cx="171450" cy="171450"/>
          </a:xfrm>
          <a:prstGeom prst="rect">
            <a:avLst/>
          </a:prstGeom>
          <a:noFill/>
        </p:spPr>
      </p:pic>
      <p:pic>
        <p:nvPicPr>
          <p:cNvPr id="5" name="Mark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238125"/>
            <a:ext cx="171450" cy="171450"/>
          </a:xfrm>
          <a:prstGeom prst="rect">
            <a:avLst/>
          </a:prstGeom>
          <a:noFill/>
        </p:spPr>
      </p:pic>
      <p:pic>
        <p:nvPicPr>
          <p:cNvPr id="6" name="Product 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sp>
        <p:nvSpPr>
          <p:cNvPr id="7" name="テキスト ボックス 6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パンフレットスタンド（2列4段）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S・OG-960・A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サイズ(mm)：W510・D460・H1335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質量：10.7kg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素材：主材：スチールパイプ・粉体塗装</a:t>
            </a:r>
          </a:p>
        </p:txBody>
      </p:sp>
    </p:spTree>
    <p:extLst>
      <p:ext uri="{BB962C8B-B14F-4D97-AF65-F5344CB8AC3E}">
        <p14:creationId xmlns:p14="http://schemas.microsoft.com/office/powerpoint/2010/main" val="3778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90500"/>
          <a:ext cx="6657975" cy="6477000"/>
          <a:chOff x="285750" y="190500"/>
          <a:chExt cx="6657975" cy="647700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5715000" cy="400110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20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pic>
        <p:nvPicPr>
          <p:cNvPr id="3" name="Product 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333500"/>
            <a:ext cx="2095500" cy="2095500"/>
          </a:xfrm>
          <a:prstGeom prst="rect">
            <a:avLst/>
          </a:prstGeom>
          <a:noFill/>
        </p:spPr>
      </p:pic>
      <p:pic>
        <p:nvPicPr>
          <p:cNvPr id="4" name="Product 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1333500"/>
            <a:ext cx="2095500" cy="2095500"/>
          </a:xfrm>
          <a:prstGeom prst="rect">
            <a:avLst/>
          </a:prstGeom>
          <a:noFill/>
        </p:spPr>
      </p:pic>
      <p:pic>
        <p:nvPicPr>
          <p:cNvPr id="5" name="Product 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1" y="1333500"/>
            <a:ext cx="2085975" cy="13906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3810000"/>
            <a:ext cx="381000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71450" tIns="238125" rIns="171450" bIns="238125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突板（W3600・D1400・OM）</a:t>
            </a:r>
          </a:p>
          <a:p>
            <a:pPr fontAlgn="base"/>
            <a:r>
              <a:rPr lang="en-US" sz="1000" b="1" u="sng">
                <a:solidFill>
                  <a:srgbClr val="333333">
                    <a:alpha val="100000"/>
                  </a:srgbClr>
                </a:solidFill>
                <a:latin typeface="Century Gothic"/>
                <a:hlinkClick r:id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S・TW-H820・C・OM/S・LW-H820・C・OM</a:t>
            </a:r>
          </a:p>
          <a:p>
            <a:pPr fontAlgn="base"/>
            <a:endParaRPr lang="en-US" sz="1000" b="1" u="sng">
              <a:solidFill>
                <a:srgbClr val="333333">
                  <a:alpha val="100000"/>
                </a:srgbClr>
              </a:solidFill>
              <a:latin typeface="Century Gothic"/>
              <a:hlinkClick r:id="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サイズ(mm)：W3600・D1400・H720</a:t>
            </a:r>
          </a:p>
        </p:txBody>
      </p:sp>
      <p:pic>
        <p:nvPicPr>
          <p:cNvPr id="7" name="Color Chip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6" y="4686301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1" y="4686301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4576" y="4686301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1" y="4686301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8426" y="4686301"/>
            <a:ext cx="142875" cy="142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073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95250"/>
          <a:ext cx="8858250" cy="3524250"/>
          <a:chOff x="285750" y="95250"/>
          <a:chExt cx="8858250" cy="3524250"/>
        </a:xfrm>
      </p:grpSpPr>
      <p:sp>
        <p:nvSpPr>
          <p:cNvPr id="2" name="テキスト ボックス 1"/>
          <p:cNvSpPr txBox="1"/>
          <p:nvPr/>
        </p:nvSpPr>
        <p:spPr>
          <a:xfrm>
            <a:off x="1809750" y="190500"/>
            <a:ext cx="1619250" cy="36933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b="1">
                <a:solidFill>
                  <a:srgbClr val="0C0C0C">
                    <a:alpha val="100000"/>
                  </a:srgbClr>
                </a:solidFill>
                <a:latin typeface="Yu Gothic"/>
              </a:rPr>
              <a:t>詳細スペック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429000" y="209551"/>
            <a:ext cx="3810000" cy="307777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1400" u="sng">
                <a:solidFill>
                  <a:srgbClr val="333333">
                    <a:alpha val="100000"/>
                  </a:srgbClr>
                </a:solidFill>
                <a:latin typeface="Century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S・TW-H820/S・LW-H820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809750" y="523875"/>
            <a:ext cx="66675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fontAlgn="base"/>
            <a:r>
              <a:rPr lang="en-US" sz="800" b="1">
                <a:solidFill>
                  <a:srgbClr val="B12704">
                    <a:alpha val="100000"/>
                  </a:srgbClr>
                </a:solidFill>
                <a:latin typeface="Yu Gothic"/>
              </a:rPr>
              <a:t>※必ず以下のセットでご注文ください</a:t>
            </a:r>
          </a:p>
        </p:txBody>
      </p:sp>
      <p:pic>
        <p:nvPicPr>
          <p:cNvPr id="5" name="Product 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95250"/>
            <a:ext cx="666750" cy="666750"/>
          </a:xfrm>
          <a:prstGeom prst="rect">
            <a:avLst/>
          </a:prstGeom>
          <a:noFill/>
        </p:spPr>
      </p:pic>
      <p:sp>
        <p:nvSpPr>
          <p:cNvPr id="6" name="テキスト ボックス 5"/>
          <p:cNvSpPr txBox="1"/>
          <p:nvPr/>
        </p:nvSpPr>
        <p:spPr>
          <a:xfrm>
            <a:off x="1809750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天板 突板（W3600・D1400・OM）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S・TW-H820・C・OM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サイズ(mm)：W3600・D1400・t30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質量：108kg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素材：天板：天然木突板・ウレタン塗装
木口：天然木突板・ウレタン塗装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※脚(S･LW-H820)と組み合わせてご使用ください。</a:t>
            </a:r>
          </a:p>
        </p:txBody>
      </p:sp>
      <p:pic>
        <p:nvPicPr>
          <p:cNvPr id="7" name="Color Chi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51" y="1781176"/>
            <a:ext cx="142875" cy="142875"/>
          </a:xfrm>
          <a:prstGeom prst="rect">
            <a:avLst/>
          </a:prstGeom>
          <a:noFill/>
        </p:spPr>
      </p:pic>
      <p:pic>
        <p:nvPicPr>
          <p:cNvPr id="8" name="Color Chip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6" y="1781176"/>
            <a:ext cx="142875" cy="142875"/>
          </a:xfrm>
          <a:prstGeom prst="rect">
            <a:avLst/>
          </a:prstGeom>
          <a:noFill/>
        </p:spPr>
      </p:pic>
      <p:pic>
        <p:nvPicPr>
          <p:cNvPr id="9" name="Color Chip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1" y="1781176"/>
            <a:ext cx="142875" cy="142875"/>
          </a:xfrm>
          <a:prstGeom prst="rect">
            <a:avLst/>
          </a:prstGeom>
          <a:noFill/>
        </p:spPr>
      </p:pic>
      <p:pic>
        <p:nvPicPr>
          <p:cNvPr id="10" name="Color Chip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9826" y="1781176"/>
            <a:ext cx="142875" cy="142875"/>
          </a:xfrm>
          <a:prstGeom prst="rect">
            <a:avLst/>
          </a:prstGeom>
          <a:noFill/>
        </p:spPr>
      </p:pic>
      <p:pic>
        <p:nvPicPr>
          <p:cNvPr id="11" name="Color Chip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751" y="1781176"/>
            <a:ext cx="142875" cy="142875"/>
          </a:xfrm>
          <a:prstGeom prst="rect">
            <a:avLst/>
          </a:prstGeom>
          <a:noFill/>
        </p:spPr>
      </p:pic>
      <p:pic>
        <p:nvPicPr>
          <p:cNvPr id="12" name="Mar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3209925"/>
            <a:ext cx="171450" cy="171450"/>
          </a:xfrm>
          <a:prstGeom prst="rect">
            <a:avLst/>
          </a:prstGeom>
          <a:noFill/>
        </p:spPr>
      </p:pic>
      <p:pic>
        <p:nvPicPr>
          <p:cNvPr id="13" name="Mark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0" y="3209925"/>
            <a:ext cx="171450" cy="171450"/>
          </a:xfrm>
          <a:prstGeom prst="rect">
            <a:avLst/>
          </a:prstGeom>
          <a:noFill/>
        </p:spPr>
      </p:pic>
      <p:pic>
        <p:nvPicPr>
          <p:cNvPr id="14" name="Mark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3209925"/>
            <a:ext cx="171450" cy="171450"/>
          </a:xfrm>
          <a:prstGeom prst="rect">
            <a:avLst/>
          </a:prstGeom>
          <a:noFill/>
        </p:spPr>
      </p:pic>
      <p:pic>
        <p:nvPicPr>
          <p:cNvPr id="15" name="Mark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0" y="3209925"/>
            <a:ext cx="171450" cy="171450"/>
          </a:xfrm>
          <a:prstGeom prst="rect">
            <a:avLst/>
          </a:prstGeom>
          <a:noFill/>
        </p:spPr>
      </p:pic>
      <p:pic>
        <p:nvPicPr>
          <p:cNvPr id="16" name="Mar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67000" y="3209925"/>
            <a:ext cx="171450" cy="171450"/>
          </a:xfrm>
          <a:prstGeom prst="rect">
            <a:avLst/>
          </a:prstGeom>
          <a:noFill/>
        </p:spPr>
      </p:pic>
      <p:sp>
        <p:nvSpPr>
          <p:cNvPr id="17" name="テキスト ボックス 16"/>
          <p:cNvSpPr txBox="1"/>
          <p:nvPr/>
        </p:nvSpPr>
        <p:spPr>
          <a:xfrm>
            <a:off x="4714875" y="857250"/>
            <a:ext cx="2762250" cy="2667000"/>
          </a:xfrm>
          <a:prstGeom prst="rect">
            <a:avLst/>
          </a:prstGeom>
          <a:solidFill>
            <a:srgbClr val="F7F7F7">
              <a:alpha val="100000"/>
            </a:srgbClr>
          </a:solidFill>
        </p:spPr>
        <p:txBody>
          <a:bodyPr vert="horz" lIns="114300" tIns="171450" rIns="114300" bIns="171450" rtlCol="0" anchorCtr="0">
            <a:noAutofit/>
          </a:bodyPr>
          <a:lstStyle/>
          <a:p>
            <a:pPr fontAlgn="base"/>
            <a:r>
              <a:rPr lang="en-US" sz="900" b="1">
                <a:solidFill>
                  <a:srgbClr val="333333">
                    <a:alpha val="100000"/>
                  </a:srgbClr>
                </a:solidFill>
                <a:latin typeface="Yu Gothic"/>
              </a:rPr>
              <a:t>デスク 脚（W3600・D1400・OM）</a:t>
            </a:r>
          </a:p>
          <a:p>
            <a:pPr fontAlgn="base"/>
            <a:r>
              <a:rPr lang="en-US" sz="1000" b="1">
                <a:solidFill>
                  <a:srgbClr val="333333">
                    <a:alpha val="100000"/>
                  </a:srgbClr>
                </a:solidFill>
                <a:latin typeface="Century Gothic"/>
              </a:rPr>
              <a:t>S・LW-H820・C・OM</a:t>
            </a:r>
          </a:p>
          <a:p>
            <a:pPr fontAlgn="base"/>
            <a:endParaRPr lang="en-US" sz="1000" b="1">
              <a:solidFill>
                <a:srgbClr val="333333">
                  <a:alpha val="100000"/>
                </a:srgbClr>
              </a:solidFill>
              <a:latin typeface="Century Gothic"/>
            </a:endParaRP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カラーバリエーション：OM・OV・WNV・PWH・OBK
</a:t>
            </a:r>
          </a:p>
          <a:p>
            <a:pPr fontAlgn="base"/>
            <a:r>
              <a:rPr lang="en-US" sz="900">
                <a:solidFill>
                  <a:srgbClr val="333333">
                    <a:alpha val="100000"/>
                  </a:srgbClr>
                </a:solidFill>
                <a:latin typeface="Yu Gothic"/>
              </a:rPr>
              <a:t>素材：脚：オーク材・ウレタン塗装</a:t>
            </a:r>
          </a:p>
          <a:p>
            <a:pPr fontAlgn="base"/>
            <a:r>
              <a:rPr lang="en-US" sz="800">
                <a:solidFill>
                  <a:srgbClr val="7F7F7F">
                    <a:alpha val="100000"/>
                  </a:srgbClr>
                </a:solidFill>
                <a:latin typeface="Yu Gothic"/>
              </a:rPr>
              <a:t>
※天板（S･TW-H820）と組み合わせてご使用ください。</a:t>
            </a:r>
          </a:p>
        </p:txBody>
      </p:sp>
      <p:pic>
        <p:nvPicPr>
          <p:cNvPr id="18" name="Color Chip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176" y="1781176"/>
            <a:ext cx="142875" cy="142875"/>
          </a:xfrm>
          <a:prstGeom prst="rect">
            <a:avLst/>
          </a:prstGeom>
          <a:noFill/>
        </p:spPr>
      </p:pic>
      <p:pic>
        <p:nvPicPr>
          <p:cNvPr id="19" name="Color Chi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1" y="1781176"/>
            <a:ext cx="142875" cy="142875"/>
          </a:xfrm>
          <a:prstGeom prst="rect">
            <a:avLst/>
          </a:prstGeom>
          <a:noFill/>
        </p:spPr>
      </p:pic>
      <p:pic>
        <p:nvPicPr>
          <p:cNvPr id="20" name="Color Chip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3026" y="1781176"/>
            <a:ext cx="142875" cy="142875"/>
          </a:xfrm>
          <a:prstGeom prst="rect">
            <a:avLst/>
          </a:prstGeom>
          <a:noFill/>
        </p:spPr>
      </p:pic>
      <p:pic>
        <p:nvPicPr>
          <p:cNvPr id="21" name="Color Chip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4951" y="1781176"/>
            <a:ext cx="142875" cy="142875"/>
          </a:xfrm>
          <a:prstGeom prst="rect">
            <a:avLst/>
          </a:prstGeom>
          <a:noFill/>
        </p:spPr>
      </p:pic>
      <p:pic>
        <p:nvPicPr>
          <p:cNvPr id="22" name="Color Chip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76" y="1781176"/>
            <a:ext cx="142875" cy="142875"/>
          </a:xfrm>
          <a:prstGeom prst="rect">
            <a:avLst/>
          </a:prstGeom>
          <a:noFill/>
        </p:spPr>
      </p:pic>
      <p:pic>
        <p:nvPicPr>
          <p:cNvPr id="23" name="Mark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0125" y="3209925"/>
            <a:ext cx="171450" cy="171450"/>
          </a:xfrm>
          <a:prstGeom prst="rect">
            <a:avLst/>
          </a:prstGeom>
          <a:noFill/>
        </p:spPr>
      </p:pic>
      <p:pic>
        <p:nvPicPr>
          <p:cNvPr id="24" name="Mark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209925"/>
            <a:ext cx="171450" cy="171450"/>
          </a:xfrm>
          <a:prstGeom prst="rect">
            <a:avLst/>
          </a:prstGeom>
          <a:noFill/>
        </p:spPr>
      </p:pic>
      <p:pic>
        <p:nvPicPr>
          <p:cNvPr id="25" name="Mark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91125" y="3209925"/>
            <a:ext cx="171450" cy="171450"/>
          </a:xfrm>
          <a:prstGeom prst="rect">
            <a:avLst/>
          </a:prstGeom>
          <a:noFill/>
        </p:spPr>
      </p:pic>
      <p:pic>
        <p:nvPicPr>
          <p:cNvPr id="26" name="Mark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1625" y="3209925"/>
            <a:ext cx="171450" cy="171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546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ワイド画面</PresentationFormat>
  <Paragraphs>55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Yu Gothic</vt:lpstr>
      <vt:lpstr>Yu Gothic</vt:lpstr>
      <vt:lpstr>游ゴシック Light</vt:lpstr>
      <vt:lpstr>Arial</vt:lpstr>
      <vt:lpstr>Century Gothic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谷岡佑馬</dc:creator>
  <cp:lastModifiedBy>谷岡佑馬</cp:lastModifiedBy>
  <cp:revision>1</cp:revision>
  <dcterms:created xsi:type="dcterms:W3CDTF">2026-03-23T02:09:16Z</dcterms:created>
  <dcterms:modified xsi:type="dcterms:W3CDTF">2026-03-23T02:09:16Z</dcterms:modified>
</cp:coreProperties>
</file>